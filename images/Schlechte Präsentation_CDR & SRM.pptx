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66" r:id="rId6"/>
    <p:sldId id="261" r:id="rId7"/>
    <p:sldId id="277" r:id="rId8"/>
    <p:sldId id="263" r:id="rId9"/>
    <p:sldId id="262" r:id="rId10"/>
    <p:sldId id="264" r:id="rId11"/>
    <p:sldId id="258" r:id="rId12"/>
    <p:sldId id="282" r:id="rId13"/>
    <p:sldId id="284" r:id="rId14"/>
    <p:sldId id="283" r:id="rId15"/>
    <p:sldId id="285" r:id="rId16"/>
  </p:sldIdLst>
  <p:sldSz cx="12192000" cy="6858000"/>
  <p:notesSz cx="6858000" cy="9144000"/>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7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1" d="100"/>
          <a:sy n="101" d="100"/>
        </p:scale>
        <p:origin x="138" y="31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4548" y="10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19D7FC0-1DD1-4CA8-8112-A8C7F40EA6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7F0B4FAB-25C6-4E98-9EBB-B23B53E669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A4479EB-2105-4421-97CA-4B1F87D074C7}" type="datetime1">
              <a:rPr lang="de-DE" smtClean="0"/>
              <a:t>05.04.2023</a:t>
            </a:fld>
            <a:endParaRPr lang="de-DE"/>
          </a:p>
        </p:txBody>
      </p:sp>
      <p:sp>
        <p:nvSpPr>
          <p:cNvPr id="4" name="Fußzeilenplatzhalter 3">
            <a:extLst>
              <a:ext uri="{FF2B5EF4-FFF2-40B4-BE49-F238E27FC236}">
                <a16:creationId xmlns:a16="http://schemas.microsoft.com/office/drawing/2014/main" id="{4D1D8D7A-73C0-4D72-A352-EECD76243E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EF5E284F-EDF0-4258-A6DB-1E971D45519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3436F7D-74B8-491D-9B56-3C7529DF59F4}" type="slidenum">
              <a:rPr lang="de-DE" smtClean="0"/>
              <a:t>‹Nr.›</a:t>
            </a:fld>
            <a:endParaRPr lang="de-DE"/>
          </a:p>
        </p:txBody>
      </p:sp>
    </p:spTree>
    <p:extLst>
      <p:ext uri="{BB962C8B-B14F-4D97-AF65-F5344CB8AC3E}">
        <p14:creationId xmlns:p14="http://schemas.microsoft.com/office/powerpoint/2010/main" val="334143263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7A36B2-7370-41C9-844D-0F046ED14090}" type="datetime1">
              <a:rPr lang="de-DE" smtClean="0"/>
              <a:pPr/>
              <a:t>05.04.2023</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5EB07D3-876E-4CE3-BE97-1887ED6BB637}" type="slidenum">
              <a:rPr lang="de-DE" noProof="0" smtClean="0"/>
              <a:t>‹Nr.›</a:t>
            </a:fld>
            <a:endParaRPr lang="de-DE" noProof="0"/>
          </a:p>
        </p:txBody>
      </p:sp>
    </p:spTree>
    <p:extLst>
      <p:ext uri="{BB962C8B-B14F-4D97-AF65-F5344CB8AC3E}">
        <p14:creationId xmlns:p14="http://schemas.microsoft.com/office/powerpoint/2010/main" val="27472596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a:p>
        </p:txBody>
      </p:sp>
      <p:sp>
        <p:nvSpPr>
          <p:cNvPr id="4" name="Foliennummernplatzhalter 3"/>
          <p:cNvSpPr>
            <a:spLocks noGrp="1"/>
          </p:cNvSpPr>
          <p:nvPr>
            <p:ph type="sldNum" sz="quarter" idx="5"/>
          </p:nvPr>
        </p:nvSpPr>
        <p:spPr/>
        <p:txBody>
          <a:bodyPr rtlCol="0"/>
          <a:lstStyle/>
          <a:p>
            <a:pPr rtl="0"/>
            <a:fld id="{05EB07D3-876E-4CE3-BE97-1887ED6BB637}" type="slidenum">
              <a:rPr lang="de-DE" smtClean="0"/>
              <a:t>1</a:t>
            </a:fld>
            <a:endParaRPr lang="de-DE"/>
          </a:p>
        </p:txBody>
      </p:sp>
    </p:spTree>
    <p:extLst>
      <p:ext uri="{BB962C8B-B14F-4D97-AF65-F5344CB8AC3E}">
        <p14:creationId xmlns:p14="http://schemas.microsoft.com/office/powerpoint/2010/main" val="2336062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2</a:t>
            </a:fld>
            <a:endParaRPr lang="de-DE"/>
          </a:p>
        </p:txBody>
      </p:sp>
    </p:spTree>
    <p:extLst>
      <p:ext uri="{BB962C8B-B14F-4D97-AF65-F5344CB8AC3E}">
        <p14:creationId xmlns:p14="http://schemas.microsoft.com/office/powerpoint/2010/main" val="161624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3</a:t>
            </a:fld>
            <a:endParaRPr lang="de-DE"/>
          </a:p>
        </p:txBody>
      </p:sp>
    </p:spTree>
    <p:extLst>
      <p:ext uri="{BB962C8B-B14F-4D97-AF65-F5344CB8AC3E}">
        <p14:creationId xmlns:p14="http://schemas.microsoft.com/office/powerpoint/2010/main" val="2099944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4</a:t>
            </a:fld>
            <a:endParaRPr lang="de-DE"/>
          </a:p>
        </p:txBody>
      </p:sp>
    </p:spTree>
    <p:extLst>
      <p:ext uri="{BB962C8B-B14F-4D97-AF65-F5344CB8AC3E}">
        <p14:creationId xmlns:p14="http://schemas.microsoft.com/office/powerpoint/2010/main" val="2039791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5</a:t>
            </a:fld>
            <a:endParaRPr lang="de-DE"/>
          </a:p>
        </p:txBody>
      </p:sp>
    </p:spTree>
    <p:extLst>
      <p:ext uri="{BB962C8B-B14F-4D97-AF65-F5344CB8AC3E}">
        <p14:creationId xmlns:p14="http://schemas.microsoft.com/office/powerpoint/2010/main" val="1997358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6</a:t>
            </a:fld>
            <a:endParaRPr lang="de-DE"/>
          </a:p>
        </p:txBody>
      </p:sp>
    </p:spTree>
    <p:extLst>
      <p:ext uri="{BB962C8B-B14F-4D97-AF65-F5344CB8AC3E}">
        <p14:creationId xmlns:p14="http://schemas.microsoft.com/office/powerpoint/2010/main" val="1062448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7</a:t>
            </a:fld>
            <a:endParaRPr lang="de-DE"/>
          </a:p>
        </p:txBody>
      </p:sp>
    </p:spTree>
    <p:extLst>
      <p:ext uri="{BB962C8B-B14F-4D97-AF65-F5344CB8AC3E}">
        <p14:creationId xmlns:p14="http://schemas.microsoft.com/office/powerpoint/2010/main" val="3830390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8</a:t>
            </a:fld>
            <a:endParaRPr lang="de-DE"/>
          </a:p>
        </p:txBody>
      </p:sp>
    </p:spTree>
    <p:extLst>
      <p:ext uri="{BB962C8B-B14F-4D97-AF65-F5344CB8AC3E}">
        <p14:creationId xmlns:p14="http://schemas.microsoft.com/office/powerpoint/2010/main" val="3239909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5EB07D3-876E-4CE3-BE97-1887ED6BB637}" type="slidenum">
              <a:rPr lang="de-DE" smtClean="0"/>
              <a:t>9</a:t>
            </a:fld>
            <a:endParaRPr lang="de-DE"/>
          </a:p>
        </p:txBody>
      </p:sp>
    </p:spTree>
    <p:extLst>
      <p:ext uri="{BB962C8B-B14F-4D97-AF65-F5344CB8AC3E}">
        <p14:creationId xmlns:p14="http://schemas.microsoft.com/office/powerpoint/2010/main" val="22096323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accent1"/>
        </a:solidFill>
        <a:effectLst/>
      </p:bgPr>
    </p:bg>
    <p:spTree>
      <p:nvGrpSpPr>
        <p:cNvPr id="1" name=""/>
        <p:cNvGrpSpPr/>
        <p:nvPr/>
      </p:nvGrpSpPr>
      <p:grpSpPr>
        <a:xfrm>
          <a:off x="0" y="0"/>
          <a:ext cx="0" cy="0"/>
          <a:chOff x="0" y="0"/>
          <a:chExt cx="0" cy="0"/>
        </a:xfrm>
      </p:grpSpPr>
      <p:pic>
        <p:nvPicPr>
          <p:cNvPr id="12" name="Bild 11" descr="Ein Bild im Freien mit Himmel, Natur, Dünen.&#10;&#10;Automatisch generierte Beschreibung.">
            <a:extLst>
              <a:ext uri="{FF2B5EF4-FFF2-40B4-BE49-F238E27FC236}">
                <a16:creationId xmlns:a16="http://schemas.microsoft.com/office/drawing/2014/main" id="{9996762E-98CA-45F3-8778-C77264B504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8610600" cy="6858000"/>
          </a:xfrm>
          <a:prstGeom prst="rect">
            <a:avLst/>
          </a:prstGeom>
        </p:spPr>
      </p:pic>
      <p:sp>
        <p:nvSpPr>
          <p:cNvPr id="3" name="Untertitel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9768840" y="4723772"/>
            <a:ext cx="1708784" cy="1156332"/>
          </a:xfrm>
        </p:spPr>
        <p:txBody>
          <a:bodyPr rtlCol="0"/>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Zum Bearbeiten klicken</a:t>
            </a:r>
          </a:p>
        </p:txBody>
      </p:sp>
      <p:sp>
        <p:nvSpPr>
          <p:cNvPr id="10" name="Bildplatzhalter 9">
            <a:extLst>
              <a:ext uri="{FF2B5EF4-FFF2-40B4-BE49-F238E27FC236}">
                <a16:creationId xmlns:a16="http://schemas.microsoft.com/office/drawing/2014/main" id="{0D510E1D-A8A6-4E4B-8055-B484B4853348}"/>
              </a:ext>
            </a:extLst>
          </p:cNvPr>
          <p:cNvSpPr>
            <a:spLocks noGrp="1"/>
          </p:cNvSpPr>
          <p:nvPr>
            <p:ph type="pic" sz="quarter" idx="13"/>
          </p:nvPr>
        </p:nvSpPr>
        <p:spPr>
          <a:xfrm>
            <a:off x="495300" y="536574"/>
            <a:ext cx="7620000" cy="5784853"/>
          </a:xfrm>
        </p:spPr>
        <p:txBody>
          <a:bodyPr rtlCol="0"/>
          <a:lstStyle/>
          <a:p>
            <a:pPr rtl="0"/>
            <a:r>
              <a:rPr lang="de-DE" noProof="0"/>
              <a:t>Bild durch Klicken auf Symbol hinzufügen</a:t>
            </a:r>
          </a:p>
        </p:txBody>
      </p:sp>
      <p:cxnSp>
        <p:nvCxnSpPr>
          <p:cNvPr id="14" name="Gerader Verbinder 13">
            <a:extLst>
              <a:ext uri="{FF2B5EF4-FFF2-40B4-BE49-F238E27FC236}">
                <a16:creationId xmlns:a16="http://schemas.microsoft.com/office/drawing/2014/main" id="{E6BAFCD4-E08A-4CBF-B3C6-F99D6523EB03}"/>
              </a:ext>
            </a:extLst>
          </p:cNvPr>
          <p:cNvCxnSpPr>
            <a:cxnSpLocks/>
          </p:cNvCxnSpPr>
          <p:nvPr userDrawn="1"/>
        </p:nvCxnSpPr>
        <p:spPr>
          <a:xfrm flipH="1">
            <a:off x="9768840" y="5701668"/>
            <a:ext cx="242316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888480" y="1122363"/>
            <a:ext cx="4446270" cy="2387600"/>
          </a:xfrm>
        </p:spPr>
        <p:txBody>
          <a:bodyPr rtlCol="0" anchor="t">
            <a:noAutofit/>
          </a:bodyPr>
          <a:lstStyle>
            <a:lvl1pPr algn="l">
              <a:defRPr sz="6600">
                <a:solidFill>
                  <a:schemeClr val="accent3"/>
                </a:solidFill>
              </a:defRPr>
            </a:lvl1pPr>
          </a:lstStyle>
          <a:p>
            <a:pPr rtl="0"/>
            <a:r>
              <a:rPr lang="de-DE" noProof="0"/>
              <a:t>Titelmasterformat durch Klicken bearbeiten</a:t>
            </a:r>
          </a:p>
        </p:txBody>
      </p:sp>
      <p:sp>
        <p:nvSpPr>
          <p:cNvPr id="5" name="Textplatzhalter 4">
            <a:extLst>
              <a:ext uri="{FF2B5EF4-FFF2-40B4-BE49-F238E27FC236}">
                <a16:creationId xmlns:a16="http://schemas.microsoft.com/office/drawing/2014/main" id="{C277D2B5-DEF8-4833-801A-DC6C2692B990}"/>
              </a:ext>
            </a:extLst>
          </p:cNvPr>
          <p:cNvSpPr>
            <a:spLocks noGrp="1"/>
          </p:cNvSpPr>
          <p:nvPr>
            <p:ph type="body" sz="quarter" idx="14" hasCustomPrompt="1"/>
          </p:nvPr>
        </p:nvSpPr>
        <p:spPr>
          <a:xfrm>
            <a:off x="9341358" y="4162298"/>
            <a:ext cx="1993392" cy="1993392"/>
          </a:xfrm>
          <a:noFill/>
        </p:spPr>
        <p:txBody>
          <a:bodyPr spcFirstLastPara="1" wrap="square" lIns="91440" tIns="45720" rIns="91440" bIns="45720" numCol="1" rtlCol="0">
            <a:prstTxWarp prst="textCircle">
              <a:avLst/>
            </a:prstTxWarp>
            <a:spAutoFit/>
          </a:bodyPr>
          <a:lstStyle>
            <a:lvl1pPr>
              <a:defRPr lang="en-US" sz="2000" b="0" cap="all" spc="0" baseline="0" dirty="0">
                <a:ln w="0"/>
                <a:solidFill>
                  <a:schemeClr val="accent1">
                    <a:lumMod val="75000"/>
                  </a:schemeClr>
                </a:solidFill>
              </a:defRPr>
            </a:lvl1pPr>
          </a:lstStyle>
          <a:p>
            <a:pPr marL="0" lvl="0" algn="ctr" rtl="0"/>
            <a:r>
              <a:rPr lang="de-DE" noProof="0"/>
              <a:t>Textmasterformat durch Klicken bearbeiten</a:t>
            </a:r>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bg>
      <p:bgPr>
        <a:solidFill>
          <a:schemeClr val="accent2"/>
        </a:solidFill>
        <a:effectLst/>
      </p:bgPr>
    </p:bg>
    <p:spTree>
      <p:nvGrpSpPr>
        <p:cNvPr id="1" name=""/>
        <p:cNvGrpSpPr/>
        <p:nvPr/>
      </p:nvGrpSpPr>
      <p:grpSpPr>
        <a:xfrm>
          <a:off x="0" y="0"/>
          <a:ext cx="0" cy="0"/>
          <a:chOff x="0" y="0"/>
          <a:chExt cx="0" cy="0"/>
        </a:xfrm>
      </p:grpSpPr>
      <p:pic>
        <p:nvPicPr>
          <p:cNvPr id="10" name="Bild 9" descr="Eine Gruppe von Personen, die Pferde reitet.&#10;&#10;Die Beschreibung wurde automatisch mit mittlerem Zuverlässigkeitsgrad generiert.">
            <a:extLst>
              <a:ext uri="{FF2B5EF4-FFF2-40B4-BE49-F238E27FC236}">
                <a16:creationId xmlns:a16="http://schemas.microsoft.com/office/drawing/2014/main" id="{EEDAD97A-3707-4927-B006-8E1F9FA7A1F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03286" y="0"/>
            <a:ext cx="6588714" cy="6858000"/>
          </a:xfrm>
          <a:prstGeom prst="rect">
            <a:avLst/>
          </a:prstGeom>
        </p:spPr>
      </p:pic>
      <p:sp>
        <p:nvSpPr>
          <p:cNvPr id="2" name="Titel 1">
            <a:extLst>
              <a:ext uri="{FF2B5EF4-FFF2-40B4-BE49-F238E27FC236}">
                <a16:creationId xmlns:a16="http://schemas.microsoft.com/office/drawing/2014/main" id="{A4AE12D1-08AF-45E9-A34A-BDE9E860BAA2}"/>
              </a:ext>
            </a:extLst>
          </p:cNvPr>
          <p:cNvSpPr>
            <a:spLocks noGrp="1"/>
          </p:cNvSpPr>
          <p:nvPr>
            <p:ph type="title" hasCustomPrompt="1"/>
          </p:nvPr>
        </p:nvSpPr>
        <p:spPr>
          <a:xfrm>
            <a:off x="1162050" y="523875"/>
            <a:ext cx="3975802" cy="1514476"/>
          </a:xfrm>
        </p:spPr>
        <p:txBody>
          <a:bodyPr lIns="0" rIns="0" rtlCol="0" anchor="b"/>
          <a:lstStyle>
            <a:lvl1pPr>
              <a:defRPr>
                <a:solidFill>
                  <a:schemeClr val="accent1"/>
                </a:solidFill>
              </a:defRPr>
            </a:lvl1pPr>
          </a:lstStyle>
          <a:p>
            <a:pPr rtl="0"/>
            <a:r>
              <a:rPr lang="de-DE" noProof="0"/>
              <a:t>Zum Bearbeiten klicken</a:t>
            </a:r>
          </a:p>
        </p:txBody>
      </p:sp>
      <p:sp>
        <p:nvSpPr>
          <p:cNvPr id="3" name="Inhaltsplatzhalter 2">
            <a:extLst>
              <a:ext uri="{FF2B5EF4-FFF2-40B4-BE49-F238E27FC236}">
                <a16:creationId xmlns:a16="http://schemas.microsoft.com/office/drawing/2014/main" id="{BF8F5A6A-E29E-401A-801A-8FD9CAABA7A5}"/>
              </a:ext>
            </a:extLst>
          </p:cNvPr>
          <p:cNvSpPr>
            <a:spLocks noGrp="1"/>
          </p:cNvSpPr>
          <p:nvPr>
            <p:ph idx="1" hasCustomPrompt="1"/>
          </p:nvPr>
        </p:nvSpPr>
        <p:spPr>
          <a:xfrm>
            <a:off x="1162050" y="4662486"/>
            <a:ext cx="3975804" cy="1514476"/>
          </a:xfrm>
        </p:spPr>
        <p:txBody>
          <a:bodyPr lIns="0" rIns="0" rtlCol="0">
            <a:normAutofit/>
          </a:bodyPr>
          <a:lstStyle>
            <a:lvl1pPr marL="0" indent="0">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de-DE" noProof="0"/>
              <a:t>Textmasterformat durch Klicken bearbeiten</a:t>
            </a:r>
          </a:p>
        </p:txBody>
      </p:sp>
      <p:sp>
        <p:nvSpPr>
          <p:cNvPr id="4" name="Datumsplatzhalter 3">
            <a:extLst>
              <a:ext uri="{FF2B5EF4-FFF2-40B4-BE49-F238E27FC236}">
                <a16:creationId xmlns:a16="http://schemas.microsoft.com/office/drawing/2014/main" id="{3EDAC16E-5725-4AC1-AB85-871F25D26688}"/>
              </a:ext>
            </a:extLst>
          </p:cNvPr>
          <p:cNvSpPr>
            <a:spLocks noGrp="1"/>
          </p:cNvSpPr>
          <p:nvPr>
            <p:ph type="dt" sz="half" idx="10"/>
          </p:nvPr>
        </p:nvSpPr>
        <p:spPr/>
        <p:txBody>
          <a:bodyPr rtlCol="0"/>
          <a:lstStyle>
            <a:lvl1pPr>
              <a:defRPr>
                <a:solidFill>
                  <a:schemeClr val="accent1"/>
                </a:solidFill>
              </a:defRPr>
            </a:lvl1pPr>
          </a:lstStyle>
          <a:p>
            <a:pPr rtl="0"/>
            <a:r>
              <a:rPr lang="de-DE" noProof="0"/>
              <a:t>22.06.20XX</a:t>
            </a:r>
          </a:p>
        </p:txBody>
      </p:sp>
      <p:sp>
        <p:nvSpPr>
          <p:cNvPr id="5" name="Fußzeilenplatzhalt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rtlCol="0"/>
          <a:lstStyle>
            <a:lvl1pPr>
              <a:defRPr>
                <a:solidFill>
                  <a:schemeClr val="accent1"/>
                </a:solidFill>
              </a:defRPr>
            </a:lvl1pPr>
          </a:lstStyle>
          <a:p>
            <a:pPr rtl="0"/>
            <a:r>
              <a:rPr lang="de-DE" noProof="0"/>
              <a:t>Verkaufspräsentation</a:t>
            </a:r>
          </a:p>
        </p:txBody>
      </p:sp>
      <p:sp>
        <p:nvSpPr>
          <p:cNvPr id="6" name="Foliennummernplatzhalt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
        <p:nvSpPr>
          <p:cNvPr id="12" name="Bildplatzhalter 11">
            <a:extLst>
              <a:ext uri="{FF2B5EF4-FFF2-40B4-BE49-F238E27FC236}">
                <a16:creationId xmlns:a16="http://schemas.microsoft.com/office/drawing/2014/main" id="{E3A83D3B-4878-44A9-ADD4-00764E5E82E9}"/>
              </a:ext>
            </a:extLst>
          </p:cNvPr>
          <p:cNvSpPr>
            <a:spLocks noGrp="1"/>
          </p:cNvSpPr>
          <p:nvPr>
            <p:ph type="pic" sz="quarter" idx="13"/>
          </p:nvPr>
        </p:nvSpPr>
        <p:spPr>
          <a:xfrm>
            <a:off x="6068718" y="523875"/>
            <a:ext cx="5657850" cy="5810250"/>
          </a:xfrm>
        </p:spPr>
        <p:txBody>
          <a:bodyPr rtlCol="0"/>
          <a:lstStyle/>
          <a:p>
            <a:pPr rtl="0"/>
            <a:r>
              <a:rPr lang="de-DE" noProof="0"/>
              <a:t>Bild durch Klicken auf Symbol hinzufügen</a:t>
            </a:r>
          </a:p>
        </p:txBody>
      </p:sp>
      <p:cxnSp>
        <p:nvCxnSpPr>
          <p:cNvPr id="15" name="Gerader Verbinder 14">
            <a:extLst>
              <a:ext uri="{FF2B5EF4-FFF2-40B4-BE49-F238E27FC236}">
                <a16:creationId xmlns:a16="http://schemas.microsoft.com/office/drawing/2014/main" id="{FFB9B857-A210-44D8-8C91-781E2B69B771}"/>
              </a:ext>
            </a:extLst>
          </p:cNvPr>
          <p:cNvCxnSpPr/>
          <p:nvPr userDrawn="1"/>
        </p:nvCxnSpPr>
        <p:spPr>
          <a:xfrm>
            <a:off x="1162050" y="2333625"/>
            <a:ext cx="0" cy="20002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platzhalter 4">
            <a:extLst>
              <a:ext uri="{FF2B5EF4-FFF2-40B4-BE49-F238E27FC236}">
                <a16:creationId xmlns:a16="http://schemas.microsoft.com/office/drawing/2014/main" id="{4BED8496-5E7C-4C78-B8EF-9319D4BF8E1B}"/>
              </a:ext>
            </a:extLst>
          </p:cNvPr>
          <p:cNvSpPr>
            <a:spLocks noGrp="1"/>
          </p:cNvSpPr>
          <p:nvPr>
            <p:ph type="body" sz="quarter" idx="14" hasCustomPrompt="1"/>
          </p:nvPr>
        </p:nvSpPr>
        <p:spPr>
          <a:xfrm>
            <a:off x="640080" y="768096"/>
            <a:ext cx="1856232" cy="1856232"/>
          </a:xfrm>
          <a:noFill/>
        </p:spPr>
        <p:txBody>
          <a:bodyPr spcFirstLastPara="1" wrap="square" lIns="91440" tIns="45720" rIns="91440" bIns="45720" numCol="1" rtlCol="0">
            <a:prstTxWarp prst="textCircle">
              <a:avLst/>
            </a:prstTxWarp>
            <a:spAutoFit/>
          </a:bodyPr>
          <a:lstStyle>
            <a:lvl1pPr>
              <a:defRPr lang="en-US" sz="2000" b="0" cap="all" spc="0" baseline="0" dirty="0">
                <a:ln w="0"/>
                <a:solidFill>
                  <a:schemeClr val="accent1">
                    <a:lumMod val="75000"/>
                  </a:schemeClr>
                </a:solidFill>
              </a:defRPr>
            </a:lvl1pPr>
          </a:lstStyle>
          <a:p>
            <a:pPr marL="0" lvl="0" algn="ctr" rtl="0"/>
            <a:r>
              <a:rPr lang="de-DE" noProof="0"/>
              <a:t>Textmasterformat durch Klicken bearbeiten</a:t>
            </a:r>
          </a:p>
        </p:txBody>
      </p:sp>
    </p:spTree>
    <p:extLst>
      <p:ext uri="{BB962C8B-B14F-4D97-AF65-F5344CB8AC3E}">
        <p14:creationId xmlns:p14="http://schemas.microsoft.com/office/powerpoint/2010/main" val="1164587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gesordnung">
    <p:bg>
      <p:bgPr>
        <a:solidFill>
          <a:schemeClr val="accent1"/>
        </a:solidFill>
        <a:effectLst/>
      </p:bgPr>
    </p:bg>
    <p:spTree>
      <p:nvGrpSpPr>
        <p:cNvPr id="1" name=""/>
        <p:cNvGrpSpPr/>
        <p:nvPr/>
      </p:nvGrpSpPr>
      <p:grpSpPr>
        <a:xfrm>
          <a:off x="0" y="0"/>
          <a:ext cx="0" cy="0"/>
          <a:chOff x="0" y="0"/>
          <a:chExt cx="0" cy="0"/>
        </a:xfrm>
      </p:grpSpPr>
      <p:pic>
        <p:nvPicPr>
          <p:cNvPr id="10" name="Bild 9" descr="Ein Bild mit einem Baum, Natur, Frühling.&#10;&#10;Automatisch generierte Beschreibung.">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81000" y="381000"/>
            <a:ext cx="6858000" cy="6096000"/>
          </a:xfrm>
          <a:prstGeom prst="rect">
            <a:avLst/>
          </a:prstGeom>
        </p:spPr>
      </p:pic>
      <p:sp>
        <p:nvSpPr>
          <p:cNvPr id="2" name="Titel 1">
            <a:extLst>
              <a:ext uri="{FF2B5EF4-FFF2-40B4-BE49-F238E27FC236}">
                <a16:creationId xmlns:a16="http://schemas.microsoft.com/office/drawing/2014/main" id="{9DE3D039-0A18-4031-8A63-D83666B066F6}"/>
              </a:ext>
            </a:extLst>
          </p:cNvPr>
          <p:cNvSpPr>
            <a:spLocks noGrp="1"/>
          </p:cNvSpPr>
          <p:nvPr>
            <p:ph type="title" hasCustomPrompt="1"/>
          </p:nvPr>
        </p:nvSpPr>
        <p:spPr>
          <a:xfrm>
            <a:off x="6724244" y="473869"/>
            <a:ext cx="4603750" cy="1226572"/>
          </a:xfrm>
        </p:spPr>
        <p:txBody>
          <a:bodyPr lIns="0" rtlCol="0" anchor="b">
            <a:normAutofit/>
          </a:bodyPr>
          <a:lstStyle>
            <a:lvl1pPr>
              <a:defRPr sz="4400">
                <a:solidFill>
                  <a:schemeClr val="accent3"/>
                </a:solidFill>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77438815-B9AF-4BA5-B8D6-3311C4949FAD}"/>
              </a:ext>
            </a:extLst>
          </p:cNvPr>
          <p:cNvSpPr>
            <a:spLocks noGrp="1"/>
          </p:cNvSpPr>
          <p:nvPr>
            <p:ph type="body" idx="1" hasCustomPrompt="1"/>
          </p:nvPr>
        </p:nvSpPr>
        <p:spPr>
          <a:xfrm>
            <a:off x="7035800" y="2160591"/>
            <a:ext cx="4298950" cy="725701"/>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4" name="Datumsplatzhalter 3">
            <a:extLst>
              <a:ext uri="{FF2B5EF4-FFF2-40B4-BE49-F238E27FC236}">
                <a16:creationId xmlns:a16="http://schemas.microsoft.com/office/drawing/2014/main" id="{68EB05F6-A3ED-45AB-B103-D5E34BFD605F}"/>
              </a:ext>
            </a:extLst>
          </p:cNvPr>
          <p:cNvSpPr>
            <a:spLocks noGrp="1"/>
          </p:cNvSpPr>
          <p:nvPr>
            <p:ph type="dt" sz="half" idx="10"/>
          </p:nvPr>
        </p:nvSpPr>
        <p:spPr/>
        <p:txBody>
          <a:bodyPr rtlCol="0"/>
          <a:lstStyle>
            <a:lvl1pPr>
              <a:defRPr>
                <a:solidFill>
                  <a:schemeClr val="accent1"/>
                </a:solidFill>
              </a:defRPr>
            </a:lvl1pPr>
          </a:lstStyle>
          <a:p>
            <a:pPr rtl="0"/>
            <a:r>
              <a:rPr lang="de-DE" noProof="0"/>
              <a:t>22.06.20XX</a:t>
            </a:r>
          </a:p>
        </p:txBody>
      </p:sp>
      <p:sp>
        <p:nvSpPr>
          <p:cNvPr id="5" name="Fußzeilenplatzhalter 4">
            <a:extLst>
              <a:ext uri="{FF2B5EF4-FFF2-40B4-BE49-F238E27FC236}">
                <a16:creationId xmlns:a16="http://schemas.microsoft.com/office/drawing/2014/main" id="{2F029C1C-740D-4213-96FE-1FAA3072FF83}"/>
              </a:ext>
            </a:extLst>
          </p:cNvPr>
          <p:cNvSpPr>
            <a:spLocks noGrp="1"/>
          </p:cNvSpPr>
          <p:nvPr>
            <p:ph type="ftr" sz="quarter" idx="11"/>
          </p:nvPr>
        </p:nvSpPr>
        <p:spPr>
          <a:xfrm>
            <a:off x="7035799" y="6356350"/>
            <a:ext cx="2772229" cy="365125"/>
          </a:xfrm>
        </p:spPr>
        <p:txBody>
          <a:bodyPr rtlCol="0"/>
          <a:lstStyle>
            <a:lvl1pPr algn="l">
              <a:defRPr>
                <a:solidFill>
                  <a:schemeClr val="accent3">
                    <a:lumMod val="60000"/>
                    <a:lumOff val="40000"/>
                  </a:schemeClr>
                </a:solidFill>
              </a:defRPr>
            </a:lvl1pPr>
          </a:lstStyle>
          <a:p>
            <a:pPr rtl="0"/>
            <a:r>
              <a:rPr lang="de-DE" noProof="0"/>
              <a:t>Verkaufspräsentation</a:t>
            </a:r>
          </a:p>
        </p:txBody>
      </p:sp>
      <p:sp>
        <p:nvSpPr>
          <p:cNvPr id="6" name="Foliennummernplatzhalter 5">
            <a:extLst>
              <a:ext uri="{FF2B5EF4-FFF2-40B4-BE49-F238E27FC236}">
                <a16:creationId xmlns:a16="http://schemas.microsoft.com/office/drawing/2014/main" id="{F54E8801-7449-48B4-8D64-BCE20D0831C9}"/>
              </a:ext>
            </a:extLst>
          </p:cNvPr>
          <p:cNvSpPr>
            <a:spLocks noGrp="1"/>
          </p:cNvSpPr>
          <p:nvPr>
            <p:ph type="sldNum" sz="quarter" idx="12"/>
          </p:nvPr>
        </p:nvSpPr>
        <p:spPr>
          <a:xfrm>
            <a:off x="10036628" y="6356350"/>
            <a:ext cx="1317171" cy="365125"/>
          </a:xfrm>
        </p:spPr>
        <p:txBody>
          <a:bodyPr rtlCol="0"/>
          <a:lstStyle>
            <a:lvl1pPr>
              <a:defRPr>
                <a:solidFill>
                  <a:schemeClr val="accent3">
                    <a:lumMod val="60000"/>
                    <a:lumOff val="40000"/>
                  </a:schemeClr>
                </a:solidFill>
              </a:defRPr>
            </a:lvl1pPr>
          </a:lstStyle>
          <a:p>
            <a:pPr rtl="0"/>
            <a:fld id="{B5CEABB6-07DC-46E8-9B57-56EC44A396E5}" type="slidenum">
              <a:rPr lang="de-DE" noProof="0" smtClean="0"/>
              <a:pPr/>
              <a:t>‹Nr.›</a:t>
            </a:fld>
            <a:endParaRPr lang="de-DE" noProof="0"/>
          </a:p>
        </p:txBody>
      </p:sp>
      <p:sp>
        <p:nvSpPr>
          <p:cNvPr id="12" name="Bildplatzhalter 11">
            <a:extLst>
              <a:ext uri="{FF2B5EF4-FFF2-40B4-BE49-F238E27FC236}">
                <a16:creationId xmlns:a16="http://schemas.microsoft.com/office/drawing/2014/main" id="{8C140FD9-A97C-40A2-A8B8-84D503A3C4BD}"/>
              </a:ext>
            </a:extLst>
          </p:cNvPr>
          <p:cNvSpPr>
            <a:spLocks noGrp="1"/>
          </p:cNvSpPr>
          <p:nvPr>
            <p:ph type="pic" sz="quarter" idx="13"/>
          </p:nvPr>
        </p:nvSpPr>
        <p:spPr>
          <a:xfrm>
            <a:off x="566736" y="525463"/>
            <a:ext cx="4962526" cy="5807075"/>
          </a:xfrm>
        </p:spPr>
        <p:txBody>
          <a:bodyPr rtlCol="0"/>
          <a:lstStyle/>
          <a:p>
            <a:pPr rtl="0"/>
            <a:r>
              <a:rPr lang="de-DE" noProof="0"/>
              <a:t>Bild durch Klicken auf Symbol hinzufügen</a:t>
            </a:r>
          </a:p>
        </p:txBody>
      </p:sp>
      <p:cxnSp>
        <p:nvCxnSpPr>
          <p:cNvPr id="14" name="Gerader Verbinder 13">
            <a:extLst>
              <a:ext uri="{FF2B5EF4-FFF2-40B4-BE49-F238E27FC236}">
                <a16:creationId xmlns:a16="http://schemas.microsoft.com/office/drawing/2014/main" id="{7A83CD18-0EF9-4AC6-87C8-0A5C8F9F2CA9}"/>
              </a:ext>
            </a:extLst>
          </p:cNvPr>
          <p:cNvCxnSpPr>
            <a:cxnSpLocks/>
          </p:cNvCxnSpPr>
          <p:nvPr userDrawn="1"/>
        </p:nvCxnSpPr>
        <p:spPr>
          <a:xfrm>
            <a:off x="6743700" y="1859273"/>
            <a:ext cx="0" cy="43605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platzhalter 2">
            <a:extLst>
              <a:ext uri="{FF2B5EF4-FFF2-40B4-BE49-F238E27FC236}">
                <a16:creationId xmlns:a16="http://schemas.microsoft.com/office/drawing/2014/main" id="{EB506012-914F-463E-9582-CE719EAD470E}"/>
              </a:ext>
            </a:extLst>
          </p:cNvPr>
          <p:cNvSpPr>
            <a:spLocks noGrp="1"/>
          </p:cNvSpPr>
          <p:nvPr>
            <p:ph type="body" idx="15" hasCustomPrompt="1"/>
          </p:nvPr>
        </p:nvSpPr>
        <p:spPr>
          <a:xfrm>
            <a:off x="7035800" y="1859273"/>
            <a:ext cx="4298950" cy="334668"/>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0" name="Textplatzhalter 2">
            <a:extLst>
              <a:ext uri="{FF2B5EF4-FFF2-40B4-BE49-F238E27FC236}">
                <a16:creationId xmlns:a16="http://schemas.microsoft.com/office/drawing/2014/main" id="{3B07FC46-2A60-4E96-A309-C03E813082E8}"/>
              </a:ext>
            </a:extLst>
          </p:cNvPr>
          <p:cNvSpPr>
            <a:spLocks noGrp="1"/>
          </p:cNvSpPr>
          <p:nvPr>
            <p:ph type="body" idx="16" hasCustomPrompt="1"/>
          </p:nvPr>
        </p:nvSpPr>
        <p:spPr>
          <a:xfrm>
            <a:off x="7035800" y="3271768"/>
            <a:ext cx="4298950" cy="725701"/>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1" name="Textplatzhalter 2">
            <a:extLst>
              <a:ext uri="{FF2B5EF4-FFF2-40B4-BE49-F238E27FC236}">
                <a16:creationId xmlns:a16="http://schemas.microsoft.com/office/drawing/2014/main" id="{70CB8BDA-C60A-4110-9D29-E59BA67AAD0C}"/>
              </a:ext>
            </a:extLst>
          </p:cNvPr>
          <p:cNvSpPr>
            <a:spLocks noGrp="1"/>
          </p:cNvSpPr>
          <p:nvPr>
            <p:ph type="body" idx="17" hasCustomPrompt="1"/>
          </p:nvPr>
        </p:nvSpPr>
        <p:spPr>
          <a:xfrm>
            <a:off x="7035800" y="2970450"/>
            <a:ext cx="4298950" cy="334668"/>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2" name="Textplatzhalter 2">
            <a:extLst>
              <a:ext uri="{FF2B5EF4-FFF2-40B4-BE49-F238E27FC236}">
                <a16:creationId xmlns:a16="http://schemas.microsoft.com/office/drawing/2014/main" id="{7DB6CAB0-C8FA-4599-AB8C-A2AEED800C6B}"/>
              </a:ext>
            </a:extLst>
          </p:cNvPr>
          <p:cNvSpPr>
            <a:spLocks noGrp="1"/>
          </p:cNvSpPr>
          <p:nvPr>
            <p:ph type="body" idx="18" hasCustomPrompt="1"/>
          </p:nvPr>
        </p:nvSpPr>
        <p:spPr>
          <a:xfrm>
            <a:off x="7035800" y="4382945"/>
            <a:ext cx="4298950" cy="725701"/>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3" name="Textplatzhalter 2">
            <a:extLst>
              <a:ext uri="{FF2B5EF4-FFF2-40B4-BE49-F238E27FC236}">
                <a16:creationId xmlns:a16="http://schemas.microsoft.com/office/drawing/2014/main" id="{7659D317-0B72-4047-84EB-EF154C96B979}"/>
              </a:ext>
            </a:extLst>
          </p:cNvPr>
          <p:cNvSpPr>
            <a:spLocks noGrp="1"/>
          </p:cNvSpPr>
          <p:nvPr>
            <p:ph type="body" idx="19" hasCustomPrompt="1"/>
          </p:nvPr>
        </p:nvSpPr>
        <p:spPr>
          <a:xfrm>
            <a:off x="7035800" y="4081627"/>
            <a:ext cx="4298950" cy="334668"/>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4" name="Textplatzhalter 2">
            <a:extLst>
              <a:ext uri="{FF2B5EF4-FFF2-40B4-BE49-F238E27FC236}">
                <a16:creationId xmlns:a16="http://schemas.microsoft.com/office/drawing/2014/main" id="{802DCFFD-63E0-4E21-908F-7B3242F6AAB4}"/>
              </a:ext>
            </a:extLst>
          </p:cNvPr>
          <p:cNvSpPr>
            <a:spLocks noGrp="1"/>
          </p:cNvSpPr>
          <p:nvPr>
            <p:ph type="body" idx="20" hasCustomPrompt="1"/>
          </p:nvPr>
        </p:nvSpPr>
        <p:spPr>
          <a:xfrm>
            <a:off x="7035800" y="5494123"/>
            <a:ext cx="4298950" cy="725702"/>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5" name="Textplatzhalter 2">
            <a:extLst>
              <a:ext uri="{FF2B5EF4-FFF2-40B4-BE49-F238E27FC236}">
                <a16:creationId xmlns:a16="http://schemas.microsoft.com/office/drawing/2014/main" id="{3A7E7A4C-470C-4831-907E-3338C5B817FD}"/>
              </a:ext>
            </a:extLst>
          </p:cNvPr>
          <p:cNvSpPr>
            <a:spLocks noGrp="1"/>
          </p:cNvSpPr>
          <p:nvPr>
            <p:ph type="body" idx="21" hasCustomPrompt="1"/>
          </p:nvPr>
        </p:nvSpPr>
        <p:spPr>
          <a:xfrm>
            <a:off x="7035800" y="5192805"/>
            <a:ext cx="4298950" cy="334668"/>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Tree>
    <p:extLst>
      <p:ext uri="{BB962C8B-B14F-4D97-AF65-F5344CB8AC3E}">
        <p14:creationId xmlns:p14="http://schemas.microsoft.com/office/powerpoint/2010/main" val="159165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Spalten">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accent3"/>
                </a:solidFill>
              </a:defRPr>
            </a:lvl1pPr>
          </a:lstStyle>
          <a:p>
            <a:pPr rtl="0"/>
            <a:r>
              <a:rPr lang="de-DE" noProof="0"/>
              <a:t>Titelmasterformat durch Klicken bearbeiten</a:t>
            </a:r>
          </a:p>
        </p:txBody>
      </p:sp>
      <p:sp>
        <p:nvSpPr>
          <p:cNvPr id="6" name="Fußzeilenplatzhalt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rtlCol="0"/>
          <a:lstStyle>
            <a:lvl1pPr>
              <a:defRPr>
                <a:solidFill>
                  <a:schemeClr val="accent3">
                    <a:lumMod val="60000"/>
                    <a:lumOff val="40000"/>
                  </a:schemeClr>
                </a:solidFill>
              </a:defRPr>
            </a:lvl1pPr>
          </a:lstStyle>
          <a:p>
            <a:pPr rtl="0"/>
            <a:r>
              <a:rPr lang="de-DE" noProof="0"/>
              <a:t>Verkaufspräsentation</a:t>
            </a:r>
          </a:p>
        </p:txBody>
      </p:sp>
      <p:sp>
        <p:nvSpPr>
          <p:cNvPr id="7" name="Foliennummernplatzhalt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rtlCol="0"/>
          <a:lstStyle>
            <a:lvl1pPr>
              <a:defRPr>
                <a:solidFill>
                  <a:schemeClr val="accent3">
                    <a:lumMod val="60000"/>
                    <a:lumOff val="40000"/>
                  </a:schemeClr>
                </a:solidFill>
              </a:defRPr>
            </a:lvl1pPr>
          </a:lstStyle>
          <a:p>
            <a:pPr rtl="0"/>
            <a:fld id="{19B51A1E-902D-48AF-9020-955120F399B6}" type="slidenum">
              <a:rPr lang="de-DE" noProof="0" smtClean="0"/>
              <a:pPr/>
              <a:t>‹Nr.›</a:t>
            </a:fld>
            <a:endParaRPr lang="de-DE" noProof="0"/>
          </a:p>
        </p:txBody>
      </p:sp>
      <p:sp>
        <p:nvSpPr>
          <p:cNvPr id="9" name="Textplatzhalt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981075"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1</a:t>
            </a:r>
          </a:p>
        </p:txBody>
      </p:sp>
      <p:sp>
        <p:nvSpPr>
          <p:cNvPr id="10" name="Textplatzhalt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981075" y="4644390"/>
            <a:ext cx="1980000" cy="1490080"/>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11" name="Textplatzhalt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3731025"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2</a:t>
            </a:r>
          </a:p>
        </p:txBody>
      </p:sp>
      <p:sp>
        <p:nvSpPr>
          <p:cNvPr id="12" name="Textplatzhalt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3731025" y="4644390"/>
            <a:ext cx="1980000" cy="1490080"/>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13" name="Textplatzhalt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6480975"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3</a:t>
            </a:r>
          </a:p>
        </p:txBody>
      </p:sp>
      <p:sp>
        <p:nvSpPr>
          <p:cNvPr id="14" name="Textplatzhalt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6480975" y="4644390"/>
            <a:ext cx="1980000" cy="1490080"/>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16" name="Inhaltsplatzhalter 15">
            <a:extLst>
              <a:ext uri="{FF2B5EF4-FFF2-40B4-BE49-F238E27FC236}">
                <a16:creationId xmlns:a16="http://schemas.microsoft.com/office/drawing/2014/main" id="{FF934EF9-BF0B-4A73-8F03-1BA80EE0608B}"/>
              </a:ext>
            </a:extLst>
          </p:cNvPr>
          <p:cNvSpPr>
            <a:spLocks noGrp="1"/>
          </p:cNvSpPr>
          <p:nvPr>
            <p:ph sz="quarter" idx="46"/>
          </p:nvPr>
        </p:nvSpPr>
        <p:spPr>
          <a:xfrm>
            <a:off x="1227175"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sp>
        <p:nvSpPr>
          <p:cNvPr id="21" name="Textplatzhalter 8">
            <a:extLst>
              <a:ext uri="{FF2B5EF4-FFF2-40B4-BE49-F238E27FC236}">
                <a16:creationId xmlns:a16="http://schemas.microsoft.com/office/drawing/2014/main" id="{4182E807-0C2E-4BC5-BF7E-526F4625C965}"/>
              </a:ext>
            </a:extLst>
          </p:cNvPr>
          <p:cNvSpPr>
            <a:spLocks noGrp="1"/>
          </p:cNvSpPr>
          <p:nvPr>
            <p:ph type="body" sz="quarter" idx="47" hasCustomPrompt="1"/>
          </p:nvPr>
        </p:nvSpPr>
        <p:spPr>
          <a:xfrm>
            <a:off x="9184088"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4</a:t>
            </a:r>
          </a:p>
        </p:txBody>
      </p:sp>
      <p:sp>
        <p:nvSpPr>
          <p:cNvPr id="22" name="Textplatzhalter 10">
            <a:extLst>
              <a:ext uri="{FF2B5EF4-FFF2-40B4-BE49-F238E27FC236}">
                <a16:creationId xmlns:a16="http://schemas.microsoft.com/office/drawing/2014/main" id="{8B21E869-F893-4182-B4C9-9C6D4C1E7093}"/>
              </a:ext>
            </a:extLst>
          </p:cNvPr>
          <p:cNvSpPr>
            <a:spLocks noGrp="1"/>
          </p:cNvSpPr>
          <p:nvPr>
            <p:ph type="body" sz="quarter" idx="48" hasCustomPrompt="1"/>
          </p:nvPr>
        </p:nvSpPr>
        <p:spPr>
          <a:xfrm>
            <a:off x="9184087" y="4644390"/>
            <a:ext cx="1980000" cy="1490080"/>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23" name="Inhaltsplatzhalter 15">
            <a:extLst>
              <a:ext uri="{FF2B5EF4-FFF2-40B4-BE49-F238E27FC236}">
                <a16:creationId xmlns:a16="http://schemas.microsoft.com/office/drawing/2014/main" id="{B86A7EE6-1FE6-48B5-8747-AB276F95128F}"/>
              </a:ext>
            </a:extLst>
          </p:cNvPr>
          <p:cNvSpPr>
            <a:spLocks noGrp="1"/>
          </p:cNvSpPr>
          <p:nvPr>
            <p:ph sz="quarter" idx="49"/>
          </p:nvPr>
        </p:nvSpPr>
        <p:spPr>
          <a:xfrm>
            <a:off x="3977125"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sp>
        <p:nvSpPr>
          <p:cNvPr id="24" name="Inhaltsplatzhalter 15">
            <a:extLst>
              <a:ext uri="{FF2B5EF4-FFF2-40B4-BE49-F238E27FC236}">
                <a16:creationId xmlns:a16="http://schemas.microsoft.com/office/drawing/2014/main" id="{5C937C49-EB73-4979-B8CF-CACF0EA242DA}"/>
              </a:ext>
            </a:extLst>
          </p:cNvPr>
          <p:cNvSpPr>
            <a:spLocks noGrp="1"/>
          </p:cNvSpPr>
          <p:nvPr>
            <p:ph sz="quarter" idx="50"/>
          </p:nvPr>
        </p:nvSpPr>
        <p:spPr>
          <a:xfrm>
            <a:off x="6727075"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sp>
        <p:nvSpPr>
          <p:cNvPr id="25" name="Inhaltsplatzhalter 15">
            <a:extLst>
              <a:ext uri="{FF2B5EF4-FFF2-40B4-BE49-F238E27FC236}">
                <a16:creationId xmlns:a16="http://schemas.microsoft.com/office/drawing/2014/main" id="{5B5AE825-32F0-4FF5-AD58-C846CFE482B5}"/>
              </a:ext>
            </a:extLst>
          </p:cNvPr>
          <p:cNvSpPr>
            <a:spLocks noGrp="1"/>
          </p:cNvSpPr>
          <p:nvPr>
            <p:ph sz="quarter" idx="51"/>
          </p:nvPr>
        </p:nvSpPr>
        <p:spPr>
          <a:xfrm>
            <a:off x="9430188"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cxnSp>
        <p:nvCxnSpPr>
          <p:cNvPr id="26" name="Gerader Verbinder 25">
            <a:extLst>
              <a:ext uri="{FF2B5EF4-FFF2-40B4-BE49-F238E27FC236}">
                <a16:creationId xmlns:a16="http://schemas.microsoft.com/office/drawing/2014/main" id="{C2FC193C-7F61-40CA-B97F-DE9D338DC965}"/>
              </a:ext>
            </a:extLst>
          </p:cNvPr>
          <p:cNvCxnSpPr>
            <a:cxnSpLocks/>
          </p:cNvCxnSpPr>
          <p:nvPr userDrawn="1"/>
        </p:nvCxnSpPr>
        <p:spPr>
          <a:xfrm>
            <a:off x="1513875"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BD86C94F-FF53-46BA-B125-57E5D572D064}"/>
              </a:ext>
            </a:extLst>
          </p:cNvPr>
          <p:cNvCxnSpPr>
            <a:cxnSpLocks/>
          </p:cNvCxnSpPr>
          <p:nvPr userDrawn="1"/>
        </p:nvCxnSpPr>
        <p:spPr>
          <a:xfrm>
            <a:off x="4248911"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BFC882BF-032B-4B67-AF3E-CF79FBCC4FD4}"/>
              </a:ext>
            </a:extLst>
          </p:cNvPr>
          <p:cNvCxnSpPr>
            <a:cxnSpLocks/>
          </p:cNvCxnSpPr>
          <p:nvPr userDrawn="1"/>
        </p:nvCxnSpPr>
        <p:spPr>
          <a:xfrm>
            <a:off x="6983947"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B5750C30-59A4-4345-B670-0030A6828B14}"/>
              </a:ext>
            </a:extLst>
          </p:cNvPr>
          <p:cNvCxnSpPr>
            <a:cxnSpLocks/>
          </p:cNvCxnSpPr>
          <p:nvPr userDrawn="1"/>
        </p:nvCxnSpPr>
        <p:spPr>
          <a:xfrm>
            <a:off x="9718983"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4" name="Bild 33" descr="Ein Bild im Freien mit Himmel, Natur, Dünen.&#10;&#10;Automatisch generierte Beschreibung.">
            <a:extLst>
              <a:ext uri="{FF2B5EF4-FFF2-40B4-BE49-F238E27FC236}">
                <a16:creationId xmlns:a16="http://schemas.microsoft.com/office/drawing/2014/main" id="{3E2CAEA6-2840-4C2D-B6E2-A17A0A9F06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36" name="Bild 35" descr="Ein Bild im Freien mit Himmel, Natur, Dünen.&#10;&#10;Automatisch generierte Beschreibung.">
            <a:extLst>
              <a:ext uri="{FF2B5EF4-FFF2-40B4-BE49-F238E27FC236}">
                <a16:creationId xmlns:a16="http://schemas.microsoft.com/office/drawing/2014/main" id="{7C270418-FBBE-4523-812C-440495951DA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37" name="Datumsplatzhalter 3">
            <a:extLst>
              <a:ext uri="{FF2B5EF4-FFF2-40B4-BE49-F238E27FC236}">
                <a16:creationId xmlns:a16="http://schemas.microsoft.com/office/drawing/2014/main" id="{4F3022F7-3702-4466-9986-D2645E60F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pPr rtl="0"/>
            <a:r>
              <a:rPr lang="de-DE" noProof="0"/>
              <a:t>22.06.20XX</a:t>
            </a:r>
          </a:p>
        </p:txBody>
      </p:sp>
    </p:spTree>
    <p:extLst>
      <p:ext uri="{BB962C8B-B14F-4D97-AF65-F5344CB8AC3E}">
        <p14:creationId xmlns:p14="http://schemas.microsoft.com/office/powerpoint/2010/main" val="2715236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Inhalte">
    <p:bg>
      <p:bgPr>
        <a:solidFill>
          <a:schemeClr val="accent2"/>
        </a:solidFill>
        <a:effectLst/>
      </p:bgPr>
    </p:bg>
    <p:spTree>
      <p:nvGrpSpPr>
        <p:cNvPr id="1" name=""/>
        <p:cNvGrpSpPr/>
        <p:nvPr/>
      </p:nvGrpSpPr>
      <p:grpSpPr>
        <a:xfrm>
          <a:off x="0" y="0"/>
          <a:ext cx="0" cy="0"/>
          <a:chOff x="0" y="0"/>
          <a:chExt cx="0" cy="0"/>
        </a:xfrm>
      </p:grpSpPr>
      <p:pic>
        <p:nvPicPr>
          <p:cNvPr id="9" name="Bild 8" descr="Ein Gewässer, das von Bäumen umgeben ist.&#10;&#10;Die Beschreibung wurde automatisch mit mittlerem Zuverlässigkeitsgrad generiert.">
            <a:extLst>
              <a:ext uri="{FF2B5EF4-FFF2-40B4-BE49-F238E27FC236}">
                <a16:creationId xmlns:a16="http://schemas.microsoft.com/office/drawing/2014/main" id="{4FA989F3-E380-4D92-BD33-21366C4663E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581400" y="0"/>
            <a:ext cx="5029200" cy="6858000"/>
          </a:xfrm>
          <a:prstGeom prst="rect">
            <a:avLst/>
          </a:prstGeom>
        </p:spPr>
      </p:pic>
      <p:sp>
        <p:nvSpPr>
          <p:cNvPr id="11" name="Bildplatzhalter 10">
            <a:extLst>
              <a:ext uri="{FF2B5EF4-FFF2-40B4-BE49-F238E27FC236}">
                <a16:creationId xmlns:a16="http://schemas.microsoft.com/office/drawing/2014/main" id="{E97333B9-F523-4307-B469-F66B0C6E9D6E}"/>
              </a:ext>
            </a:extLst>
          </p:cNvPr>
          <p:cNvSpPr>
            <a:spLocks noGrp="1"/>
          </p:cNvSpPr>
          <p:nvPr>
            <p:ph type="pic" sz="quarter" idx="13"/>
          </p:nvPr>
        </p:nvSpPr>
        <p:spPr>
          <a:xfrm>
            <a:off x="4038600" y="508000"/>
            <a:ext cx="4114800" cy="5842000"/>
          </a:xfrm>
        </p:spPr>
        <p:txBody>
          <a:bodyPr rtlCol="0"/>
          <a:lstStyle/>
          <a:p>
            <a:pPr rtl="0"/>
            <a:r>
              <a:rPr lang="de-DE" noProof="0"/>
              <a:t>Bild durch Klicken auf Symbol hinzufügen</a:t>
            </a:r>
          </a:p>
        </p:txBody>
      </p:sp>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a:xfrm>
            <a:off x="838200" y="365125"/>
            <a:ext cx="10515600" cy="1325563"/>
          </a:xfrm>
        </p:spPr>
        <p:txBody>
          <a:bodyPr rtlCol="0"/>
          <a:lstStyle>
            <a:lvl1pPr algn="ctr">
              <a:defRPr>
                <a:solidFill>
                  <a:schemeClr val="accent1"/>
                </a:solidFill>
              </a:defRPr>
            </a:lvl1pPr>
          </a:lstStyle>
          <a:p>
            <a:pPr rtl="0"/>
            <a:r>
              <a:rPr lang="de-DE" noProof="0"/>
              <a:t>Titelmasterformat durch Klicken bearbeiten</a:t>
            </a:r>
          </a:p>
        </p:txBody>
      </p:sp>
      <p:sp>
        <p:nvSpPr>
          <p:cNvPr id="12" name="Textplatzhalter 8">
            <a:extLst>
              <a:ext uri="{FF2B5EF4-FFF2-40B4-BE49-F238E27FC236}">
                <a16:creationId xmlns:a16="http://schemas.microsoft.com/office/drawing/2014/main" id="{D42CD466-114C-48B9-82B3-DC830491B351}"/>
              </a:ext>
            </a:extLst>
          </p:cNvPr>
          <p:cNvSpPr>
            <a:spLocks noGrp="1"/>
          </p:cNvSpPr>
          <p:nvPr>
            <p:ph type="body" sz="quarter" idx="33" hasCustomPrompt="1"/>
          </p:nvPr>
        </p:nvSpPr>
        <p:spPr>
          <a:xfrm>
            <a:off x="496500" y="2704606"/>
            <a:ext cx="2589600" cy="360000"/>
          </a:xfrm>
        </p:spPr>
        <p:txBody>
          <a:bodyPr rtlCol="0"/>
          <a:lstStyle>
            <a:lvl1pPr marL="0" indent="0" algn="ctr">
              <a:buFont typeface="Arial" panose="020B0604020202020204" pitchFamily="34" charset="0"/>
              <a:buNone/>
              <a:defRPr sz="1800">
                <a:solidFill>
                  <a:schemeClr val="accent1"/>
                </a:solidFill>
                <a:latin typeface="+mj-lt"/>
              </a:defRPr>
            </a:lvl1pPr>
          </a:lstStyle>
          <a:p>
            <a:pPr lvl="0" rtl="0"/>
            <a:r>
              <a:rPr lang="de-DE" noProof="0"/>
              <a:t>Aufzählungszeichen 1</a:t>
            </a:r>
          </a:p>
        </p:txBody>
      </p:sp>
      <p:sp>
        <p:nvSpPr>
          <p:cNvPr id="13" name="Textplatzhalter 10">
            <a:extLst>
              <a:ext uri="{FF2B5EF4-FFF2-40B4-BE49-F238E27FC236}">
                <a16:creationId xmlns:a16="http://schemas.microsoft.com/office/drawing/2014/main" id="{51758243-C023-46F4-AA0D-115263FADCFC}"/>
              </a:ext>
            </a:extLst>
          </p:cNvPr>
          <p:cNvSpPr>
            <a:spLocks noGrp="1"/>
          </p:cNvSpPr>
          <p:nvPr>
            <p:ph type="body" sz="quarter" idx="34" hasCustomPrompt="1"/>
          </p:nvPr>
        </p:nvSpPr>
        <p:spPr>
          <a:xfrm>
            <a:off x="496500" y="3128324"/>
            <a:ext cx="2589600" cy="861420"/>
          </a:xfrm>
        </p:spPr>
        <p:txBody>
          <a:bodyPr rtlCol="0">
            <a:normAutofit/>
          </a:bodyPr>
          <a:lstStyle>
            <a:lvl1pPr marL="0" indent="0" algn="ctr">
              <a:lnSpc>
                <a:spcPts val="1700"/>
              </a:lnSpc>
              <a:buNone/>
              <a:defRPr sz="1200">
                <a:solidFill>
                  <a:schemeClr val="accent1"/>
                </a:solidFill>
              </a:defRPr>
            </a:lvl1pPr>
          </a:lstStyle>
          <a:p>
            <a:pPr lvl="0" rtl="0"/>
            <a:r>
              <a:rPr lang="de-DE" noProof="0"/>
              <a:t>Beschreibung zum Aufzählungszeichen</a:t>
            </a:r>
          </a:p>
        </p:txBody>
      </p:sp>
      <p:sp>
        <p:nvSpPr>
          <p:cNvPr id="15" name="Textplatzhalter 8">
            <a:extLst>
              <a:ext uri="{FF2B5EF4-FFF2-40B4-BE49-F238E27FC236}">
                <a16:creationId xmlns:a16="http://schemas.microsoft.com/office/drawing/2014/main" id="{6CE54372-39E4-429B-909F-1B393078547E}"/>
              </a:ext>
            </a:extLst>
          </p:cNvPr>
          <p:cNvSpPr>
            <a:spLocks noGrp="1"/>
          </p:cNvSpPr>
          <p:nvPr>
            <p:ph type="body" sz="quarter" idx="35" hasCustomPrompt="1"/>
          </p:nvPr>
        </p:nvSpPr>
        <p:spPr>
          <a:xfrm>
            <a:off x="496500" y="4530478"/>
            <a:ext cx="2589600" cy="360000"/>
          </a:xfrm>
        </p:spPr>
        <p:txBody>
          <a:bodyPr rtlCol="0"/>
          <a:lstStyle>
            <a:lvl1pPr marL="0" indent="0" algn="ctr">
              <a:buFont typeface="Arial" panose="020B0604020202020204" pitchFamily="34" charset="0"/>
              <a:buNone/>
              <a:defRPr sz="1800">
                <a:solidFill>
                  <a:schemeClr val="accent1"/>
                </a:solidFill>
                <a:latin typeface="+mj-lt"/>
              </a:defRPr>
            </a:lvl1pPr>
          </a:lstStyle>
          <a:p>
            <a:pPr lvl="0" rtl="0"/>
            <a:r>
              <a:rPr lang="de-DE" noProof="0"/>
              <a:t>Aufzählungszeichen 3</a:t>
            </a:r>
          </a:p>
        </p:txBody>
      </p:sp>
      <p:sp>
        <p:nvSpPr>
          <p:cNvPr id="16" name="Textplatzhalter 10">
            <a:extLst>
              <a:ext uri="{FF2B5EF4-FFF2-40B4-BE49-F238E27FC236}">
                <a16:creationId xmlns:a16="http://schemas.microsoft.com/office/drawing/2014/main" id="{180615B5-AB0C-4460-96CC-11C15E7D74F1}"/>
              </a:ext>
            </a:extLst>
          </p:cNvPr>
          <p:cNvSpPr>
            <a:spLocks noGrp="1"/>
          </p:cNvSpPr>
          <p:nvPr>
            <p:ph type="body" sz="quarter" idx="36" hasCustomPrompt="1"/>
          </p:nvPr>
        </p:nvSpPr>
        <p:spPr>
          <a:xfrm>
            <a:off x="496500" y="4954196"/>
            <a:ext cx="2589600" cy="861420"/>
          </a:xfrm>
        </p:spPr>
        <p:txBody>
          <a:bodyPr rtlCol="0">
            <a:normAutofit/>
          </a:bodyPr>
          <a:lstStyle>
            <a:lvl1pPr marL="0" indent="0" algn="ctr">
              <a:lnSpc>
                <a:spcPts val="1700"/>
              </a:lnSpc>
              <a:buNone/>
              <a:defRPr sz="1200">
                <a:solidFill>
                  <a:schemeClr val="accent1"/>
                </a:solidFill>
              </a:defRPr>
            </a:lvl1pPr>
          </a:lstStyle>
          <a:p>
            <a:pPr lvl="0" rtl="0"/>
            <a:r>
              <a:rPr lang="de-DE" noProof="0"/>
              <a:t>Beschreibung zum Aufzählungszeichen</a:t>
            </a:r>
          </a:p>
        </p:txBody>
      </p:sp>
      <p:sp>
        <p:nvSpPr>
          <p:cNvPr id="17" name="Textplatzhalter 8">
            <a:extLst>
              <a:ext uri="{FF2B5EF4-FFF2-40B4-BE49-F238E27FC236}">
                <a16:creationId xmlns:a16="http://schemas.microsoft.com/office/drawing/2014/main" id="{09C3E351-39C7-4529-B6CD-B0EF6A4BB0DD}"/>
              </a:ext>
            </a:extLst>
          </p:cNvPr>
          <p:cNvSpPr>
            <a:spLocks noGrp="1"/>
          </p:cNvSpPr>
          <p:nvPr>
            <p:ph type="body" sz="quarter" idx="37" hasCustomPrompt="1"/>
          </p:nvPr>
        </p:nvSpPr>
        <p:spPr>
          <a:xfrm>
            <a:off x="9105900" y="2704606"/>
            <a:ext cx="2589600" cy="360000"/>
          </a:xfrm>
        </p:spPr>
        <p:txBody>
          <a:bodyPr rtlCol="0"/>
          <a:lstStyle>
            <a:lvl1pPr marL="0" indent="0" algn="ctr">
              <a:buFont typeface="Arial" panose="020B0604020202020204" pitchFamily="34" charset="0"/>
              <a:buNone/>
              <a:defRPr sz="1800">
                <a:solidFill>
                  <a:schemeClr val="accent1"/>
                </a:solidFill>
                <a:latin typeface="+mj-lt"/>
              </a:defRPr>
            </a:lvl1pPr>
          </a:lstStyle>
          <a:p>
            <a:pPr lvl="0" rtl="0"/>
            <a:r>
              <a:rPr lang="de-DE" noProof="0"/>
              <a:t>Aufzählungszeichen 2</a:t>
            </a:r>
          </a:p>
        </p:txBody>
      </p:sp>
      <p:sp>
        <p:nvSpPr>
          <p:cNvPr id="18" name="Textplatzhalter 10">
            <a:extLst>
              <a:ext uri="{FF2B5EF4-FFF2-40B4-BE49-F238E27FC236}">
                <a16:creationId xmlns:a16="http://schemas.microsoft.com/office/drawing/2014/main" id="{0762CB53-1EBD-4B1E-8562-33910E883348}"/>
              </a:ext>
            </a:extLst>
          </p:cNvPr>
          <p:cNvSpPr>
            <a:spLocks noGrp="1"/>
          </p:cNvSpPr>
          <p:nvPr>
            <p:ph type="body" sz="quarter" idx="38" hasCustomPrompt="1"/>
          </p:nvPr>
        </p:nvSpPr>
        <p:spPr>
          <a:xfrm>
            <a:off x="9105900" y="3128324"/>
            <a:ext cx="2589600" cy="861420"/>
          </a:xfrm>
        </p:spPr>
        <p:txBody>
          <a:bodyPr rtlCol="0">
            <a:normAutofit/>
          </a:bodyPr>
          <a:lstStyle>
            <a:lvl1pPr marL="0" indent="0" algn="ctr">
              <a:lnSpc>
                <a:spcPts val="1700"/>
              </a:lnSpc>
              <a:buNone/>
              <a:defRPr sz="1200">
                <a:solidFill>
                  <a:schemeClr val="accent1"/>
                </a:solidFill>
              </a:defRPr>
            </a:lvl1pPr>
          </a:lstStyle>
          <a:p>
            <a:pPr lvl="0" rtl="0"/>
            <a:r>
              <a:rPr lang="de-DE" noProof="0"/>
              <a:t>Beschreibung zum Aufzählungszeichen</a:t>
            </a:r>
          </a:p>
        </p:txBody>
      </p:sp>
      <p:sp>
        <p:nvSpPr>
          <p:cNvPr id="19" name="Textplatzhalter 8">
            <a:extLst>
              <a:ext uri="{FF2B5EF4-FFF2-40B4-BE49-F238E27FC236}">
                <a16:creationId xmlns:a16="http://schemas.microsoft.com/office/drawing/2014/main" id="{7F9CB6CB-1D5E-4484-BDCC-67FDE981AA7C}"/>
              </a:ext>
            </a:extLst>
          </p:cNvPr>
          <p:cNvSpPr>
            <a:spLocks noGrp="1"/>
          </p:cNvSpPr>
          <p:nvPr>
            <p:ph type="body" sz="quarter" idx="39" hasCustomPrompt="1"/>
          </p:nvPr>
        </p:nvSpPr>
        <p:spPr>
          <a:xfrm>
            <a:off x="9105900" y="4530478"/>
            <a:ext cx="2589600" cy="360000"/>
          </a:xfrm>
        </p:spPr>
        <p:txBody>
          <a:bodyPr rtlCol="0"/>
          <a:lstStyle>
            <a:lvl1pPr marL="0" indent="0" algn="ctr">
              <a:buFont typeface="Arial" panose="020B0604020202020204" pitchFamily="34" charset="0"/>
              <a:buNone/>
              <a:defRPr sz="1800">
                <a:solidFill>
                  <a:schemeClr val="accent1"/>
                </a:solidFill>
                <a:latin typeface="+mj-lt"/>
              </a:defRPr>
            </a:lvl1pPr>
          </a:lstStyle>
          <a:p>
            <a:pPr lvl="0" rtl="0"/>
            <a:r>
              <a:rPr lang="de-DE" noProof="0"/>
              <a:t>Aufzählungszeichen 4</a:t>
            </a:r>
          </a:p>
        </p:txBody>
      </p:sp>
      <p:sp>
        <p:nvSpPr>
          <p:cNvPr id="20" name="Textplatzhalter 10">
            <a:extLst>
              <a:ext uri="{FF2B5EF4-FFF2-40B4-BE49-F238E27FC236}">
                <a16:creationId xmlns:a16="http://schemas.microsoft.com/office/drawing/2014/main" id="{8229F1D8-00A2-407C-974C-4F22FE98AB1C}"/>
              </a:ext>
            </a:extLst>
          </p:cNvPr>
          <p:cNvSpPr>
            <a:spLocks noGrp="1"/>
          </p:cNvSpPr>
          <p:nvPr>
            <p:ph type="body" sz="quarter" idx="40" hasCustomPrompt="1"/>
          </p:nvPr>
        </p:nvSpPr>
        <p:spPr>
          <a:xfrm>
            <a:off x="9105900" y="4954196"/>
            <a:ext cx="2589600" cy="861420"/>
          </a:xfrm>
        </p:spPr>
        <p:txBody>
          <a:bodyPr rtlCol="0">
            <a:normAutofit/>
          </a:bodyPr>
          <a:lstStyle>
            <a:lvl1pPr marL="0" indent="0" algn="ctr">
              <a:lnSpc>
                <a:spcPts val="1700"/>
              </a:lnSpc>
              <a:buNone/>
              <a:defRPr sz="1200">
                <a:solidFill>
                  <a:schemeClr val="accent1"/>
                </a:solidFill>
              </a:defRPr>
            </a:lvl1pPr>
          </a:lstStyle>
          <a:p>
            <a:pPr lvl="0" rtl="0"/>
            <a:r>
              <a:rPr lang="de-DE" noProof="0"/>
              <a:t>Beschreibung zum Aufzählungszeichen</a:t>
            </a:r>
          </a:p>
        </p:txBody>
      </p:sp>
      <p:sp>
        <p:nvSpPr>
          <p:cNvPr id="22" name="Datumsplatzhalter 2">
            <a:extLst>
              <a:ext uri="{FF2B5EF4-FFF2-40B4-BE49-F238E27FC236}">
                <a16:creationId xmlns:a16="http://schemas.microsoft.com/office/drawing/2014/main" id="{7E9D7FB7-F0D3-47C2-95E6-B2D047FF2350}"/>
              </a:ext>
            </a:extLst>
          </p:cNvPr>
          <p:cNvSpPr>
            <a:spLocks noGrp="1"/>
          </p:cNvSpPr>
          <p:nvPr>
            <p:ph type="dt" sz="half" idx="10"/>
          </p:nvPr>
        </p:nvSpPr>
        <p:spPr>
          <a:xfrm>
            <a:off x="838200" y="6356350"/>
            <a:ext cx="2743200" cy="365125"/>
          </a:xfrm>
        </p:spPr>
        <p:txBody>
          <a:bodyPr rtlCol="0"/>
          <a:lstStyle>
            <a:lvl1pPr>
              <a:defRPr>
                <a:solidFill>
                  <a:schemeClr val="accent1"/>
                </a:solidFill>
              </a:defRPr>
            </a:lvl1pPr>
          </a:lstStyle>
          <a:p>
            <a:pPr rtl="0"/>
            <a:r>
              <a:rPr lang="de-DE" noProof="0"/>
              <a:t>22.06.20XX</a:t>
            </a:r>
          </a:p>
        </p:txBody>
      </p:sp>
      <p:sp>
        <p:nvSpPr>
          <p:cNvPr id="23" name="Fußzeilenplatzhalter 3">
            <a:extLst>
              <a:ext uri="{FF2B5EF4-FFF2-40B4-BE49-F238E27FC236}">
                <a16:creationId xmlns:a16="http://schemas.microsoft.com/office/drawing/2014/main" id="{C73EC134-FDBF-4113-B825-23125EE8675C}"/>
              </a:ext>
            </a:extLst>
          </p:cNvPr>
          <p:cNvSpPr>
            <a:spLocks noGrp="1"/>
          </p:cNvSpPr>
          <p:nvPr>
            <p:ph type="ftr" sz="quarter" idx="11"/>
          </p:nvPr>
        </p:nvSpPr>
        <p:spPr>
          <a:xfrm>
            <a:off x="4038600" y="6356350"/>
            <a:ext cx="4114800" cy="365125"/>
          </a:xfrm>
        </p:spPr>
        <p:txBody>
          <a:bodyPr rtlCol="0"/>
          <a:lstStyle>
            <a:lvl1pPr>
              <a:defRPr>
                <a:solidFill>
                  <a:schemeClr val="accent1"/>
                </a:solidFill>
              </a:defRPr>
            </a:lvl1pPr>
          </a:lstStyle>
          <a:p>
            <a:pPr rtl="0"/>
            <a:r>
              <a:rPr lang="de-DE" noProof="0"/>
              <a:t>Verkaufspräsentation</a:t>
            </a:r>
          </a:p>
        </p:txBody>
      </p:sp>
      <p:sp>
        <p:nvSpPr>
          <p:cNvPr id="24" name="Foliennummernplatzhalter 4">
            <a:extLst>
              <a:ext uri="{FF2B5EF4-FFF2-40B4-BE49-F238E27FC236}">
                <a16:creationId xmlns:a16="http://schemas.microsoft.com/office/drawing/2014/main" id="{12C2DA51-699D-4FD6-9B2A-2FA0915C710E}"/>
              </a:ext>
            </a:extLst>
          </p:cNvPr>
          <p:cNvSpPr>
            <a:spLocks noGrp="1"/>
          </p:cNvSpPr>
          <p:nvPr>
            <p:ph type="sldNum" sz="quarter" idx="12"/>
          </p:nvPr>
        </p:nvSpPr>
        <p:spPr>
          <a:xfrm>
            <a:off x="8610600" y="6356350"/>
            <a:ext cx="2743200" cy="365125"/>
          </a:xfrm>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Tree>
    <p:extLst>
      <p:ext uri="{BB962C8B-B14F-4D97-AF65-F5344CB8AC3E}">
        <p14:creationId xmlns:p14="http://schemas.microsoft.com/office/powerpoint/2010/main" val="395669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unkt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E3D039-0A18-4031-8A63-D83666B066F6}"/>
              </a:ext>
            </a:extLst>
          </p:cNvPr>
          <p:cNvSpPr>
            <a:spLocks noGrp="1"/>
          </p:cNvSpPr>
          <p:nvPr>
            <p:ph type="title" hasCustomPrompt="1"/>
          </p:nvPr>
        </p:nvSpPr>
        <p:spPr>
          <a:xfrm>
            <a:off x="7035800" y="473869"/>
            <a:ext cx="4603750" cy="1226572"/>
          </a:xfrm>
        </p:spPr>
        <p:txBody>
          <a:bodyPr rtlCol="0" anchor="b">
            <a:normAutofit/>
          </a:bodyPr>
          <a:lstStyle>
            <a:lvl1pPr>
              <a:defRPr sz="4400">
                <a:solidFill>
                  <a:schemeClr val="accent3"/>
                </a:solidFill>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77438815-B9AF-4BA5-B8D6-3311C4949FAD}"/>
              </a:ext>
            </a:extLst>
          </p:cNvPr>
          <p:cNvSpPr>
            <a:spLocks noGrp="1"/>
          </p:cNvSpPr>
          <p:nvPr>
            <p:ph type="body" idx="1" hasCustomPrompt="1"/>
          </p:nvPr>
        </p:nvSpPr>
        <p:spPr>
          <a:xfrm>
            <a:off x="7445828" y="2468880"/>
            <a:ext cx="3888921" cy="725701"/>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pic>
        <p:nvPicPr>
          <p:cNvPr id="10" name="Bild 9">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358467" y="0"/>
            <a:ext cx="304268" cy="6858000"/>
          </a:xfrm>
          <a:prstGeom prst="rect">
            <a:avLst/>
          </a:prstGeom>
        </p:spPr>
      </p:pic>
      <p:sp>
        <p:nvSpPr>
          <p:cNvPr id="12" name="Bildplatzhalter 11">
            <a:extLst>
              <a:ext uri="{FF2B5EF4-FFF2-40B4-BE49-F238E27FC236}">
                <a16:creationId xmlns:a16="http://schemas.microsoft.com/office/drawing/2014/main" id="{8C140FD9-A97C-40A2-A8B8-84D503A3C4BD}"/>
              </a:ext>
            </a:extLst>
          </p:cNvPr>
          <p:cNvSpPr>
            <a:spLocks noGrp="1"/>
          </p:cNvSpPr>
          <p:nvPr>
            <p:ph type="pic" sz="quarter" idx="13"/>
          </p:nvPr>
        </p:nvSpPr>
        <p:spPr>
          <a:xfrm>
            <a:off x="1" y="0"/>
            <a:ext cx="6358466" cy="6857999"/>
          </a:xfrm>
        </p:spPr>
        <p:txBody>
          <a:bodyPr rtlCol="0"/>
          <a:lstStyle/>
          <a:p>
            <a:pPr rtl="0"/>
            <a:r>
              <a:rPr lang="de-DE" noProof="0"/>
              <a:t>Bild durch Klicken auf Symbol hinzufügen</a:t>
            </a:r>
          </a:p>
        </p:txBody>
      </p:sp>
      <p:cxnSp>
        <p:nvCxnSpPr>
          <p:cNvPr id="14" name="Gerader Verbinder 13">
            <a:extLst>
              <a:ext uri="{FF2B5EF4-FFF2-40B4-BE49-F238E27FC236}">
                <a16:creationId xmlns:a16="http://schemas.microsoft.com/office/drawing/2014/main" id="{7A83CD18-0EF9-4AC6-87C8-0A5C8F9F2CA9}"/>
              </a:ext>
            </a:extLst>
          </p:cNvPr>
          <p:cNvCxnSpPr>
            <a:cxnSpLocks/>
          </p:cNvCxnSpPr>
          <p:nvPr userDrawn="1"/>
        </p:nvCxnSpPr>
        <p:spPr>
          <a:xfrm>
            <a:off x="7256237" y="2928256"/>
            <a:ext cx="0" cy="69668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platzhalter 2">
            <a:extLst>
              <a:ext uri="{FF2B5EF4-FFF2-40B4-BE49-F238E27FC236}">
                <a16:creationId xmlns:a16="http://schemas.microsoft.com/office/drawing/2014/main" id="{EB506012-914F-463E-9582-CE719EAD470E}"/>
              </a:ext>
            </a:extLst>
          </p:cNvPr>
          <p:cNvSpPr>
            <a:spLocks noGrp="1"/>
          </p:cNvSpPr>
          <p:nvPr>
            <p:ph type="body" idx="15" hasCustomPrompt="1"/>
          </p:nvPr>
        </p:nvSpPr>
        <p:spPr>
          <a:xfrm>
            <a:off x="7117447" y="2468617"/>
            <a:ext cx="410028" cy="459639"/>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1.</a:t>
            </a:r>
          </a:p>
        </p:txBody>
      </p:sp>
      <p:sp>
        <p:nvSpPr>
          <p:cNvPr id="20" name="Textplatzhalter 2">
            <a:extLst>
              <a:ext uri="{FF2B5EF4-FFF2-40B4-BE49-F238E27FC236}">
                <a16:creationId xmlns:a16="http://schemas.microsoft.com/office/drawing/2014/main" id="{3B07FC46-2A60-4E96-A309-C03E813082E8}"/>
              </a:ext>
            </a:extLst>
          </p:cNvPr>
          <p:cNvSpPr>
            <a:spLocks noGrp="1"/>
          </p:cNvSpPr>
          <p:nvPr>
            <p:ph type="body" idx="16" hasCustomPrompt="1"/>
          </p:nvPr>
        </p:nvSpPr>
        <p:spPr>
          <a:xfrm>
            <a:off x="7445828" y="3808800"/>
            <a:ext cx="3888921" cy="725701"/>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2" name="Textplatzhalter 2">
            <a:extLst>
              <a:ext uri="{FF2B5EF4-FFF2-40B4-BE49-F238E27FC236}">
                <a16:creationId xmlns:a16="http://schemas.microsoft.com/office/drawing/2014/main" id="{7DB6CAB0-C8FA-4599-AB8C-A2AEED800C6B}"/>
              </a:ext>
            </a:extLst>
          </p:cNvPr>
          <p:cNvSpPr>
            <a:spLocks noGrp="1"/>
          </p:cNvSpPr>
          <p:nvPr>
            <p:ph type="body" idx="18" hasCustomPrompt="1"/>
          </p:nvPr>
        </p:nvSpPr>
        <p:spPr>
          <a:xfrm>
            <a:off x="7445828" y="5101562"/>
            <a:ext cx="3888921" cy="725701"/>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19" name="Textplatzhalter 2">
            <a:extLst>
              <a:ext uri="{FF2B5EF4-FFF2-40B4-BE49-F238E27FC236}">
                <a16:creationId xmlns:a16="http://schemas.microsoft.com/office/drawing/2014/main" id="{FCE75E29-1E56-4BC2-9665-A103D29D944B}"/>
              </a:ext>
            </a:extLst>
          </p:cNvPr>
          <p:cNvSpPr>
            <a:spLocks noGrp="1"/>
          </p:cNvSpPr>
          <p:nvPr>
            <p:ph type="body" idx="20" hasCustomPrompt="1"/>
          </p:nvPr>
        </p:nvSpPr>
        <p:spPr>
          <a:xfrm>
            <a:off x="7117447" y="3808800"/>
            <a:ext cx="410028" cy="459639"/>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2.</a:t>
            </a:r>
          </a:p>
        </p:txBody>
      </p:sp>
      <p:sp>
        <p:nvSpPr>
          <p:cNvPr id="26" name="Textplatzhalter 2">
            <a:extLst>
              <a:ext uri="{FF2B5EF4-FFF2-40B4-BE49-F238E27FC236}">
                <a16:creationId xmlns:a16="http://schemas.microsoft.com/office/drawing/2014/main" id="{24A65D09-92B8-4044-9560-43DACBD6E367}"/>
              </a:ext>
            </a:extLst>
          </p:cNvPr>
          <p:cNvSpPr>
            <a:spLocks noGrp="1"/>
          </p:cNvSpPr>
          <p:nvPr>
            <p:ph type="body" idx="21" hasCustomPrompt="1"/>
          </p:nvPr>
        </p:nvSpPr>
        <p:spPr>
          <a:xfrm>
            <a:off x="7117447" y="5101562"/>
            <a:ext cx="410028" cy="459639"/>
          </a:xfrm>
        </p:spPr>
        <p:txBody>
          <a:bodyPr rtlCol="0">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3.</a:t>
            </a:r>
          </a:p>
        </p:txBody>
      </p:sp>
      <p:cxnSp>
        <p:nvCxnSpPr>
          <p:cNvPr id="13" name="Gerader Verbinder 12">
            <a:extLst>
              <a:ext uri="{FF2B5EF4-FFF2-40B4-BE49-F238E27FC236}">
                <a16:creationId xmlns:a16="http://schemas.microsoft.com/office/drawing/2014/main" id="{0AF3E8EA-AD86-4D53-99F2-514C73069694}"/>
              </a:ext>
            </a:extLst>
          </p:cNvPr>
          <p:cNvCxnSpPr>
            <a:cxnSpLocks/>
          </p:cNvCxnSpPr>
          <p:nvPr userDrawn="1"/>
        </p:nvCxnSpPr>
        <p:spPr>
          <a:xfrm>
            <a:off x="7256237" y="4268439"/>
            <a:ext cx="0" cy="69668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Datumsplatzhalter 3">
            <a:extLst>
              <a:ext uri="{FF2B5EF4-FFF2-40B4-BE49-F238E27FC236}">
                <a16:creationId xmlns:a16="http://schemas.microsoft.com/office/drawing/2014/main" id="{A21C585D-982F-4820-83DB-2EC69C557448}"/>
              </a:ext>
            </a:extLst>
          </p:cNvPr>
          <p:cNvSpPr>
            <a:spLocks noGrp="1"/>
          </p:cNvSpPr>
          <p:nvPr>
            <p:ph type="dt" sz="half" idx="10"/>
          </p:nvPr>
        </p:nvSpPr>
        <p:spPr>
          <a:xfrm>
            <a:off x="838200" y="6356350"/>
            <a:ext cx="2743200" cy="365125"/>
          </a:xfrm>
        </p:spPr>
        <p:txBody>
          <a:bodyPr rtlCol="0"/>
          <a:lstStyle>
            <a:lvl1pPr>
              <a:defRPr>
                <a:solidFill>
                  <a:schemeClr val="accent1"/>
                </a:solidFill>
              </a:defRPr>
            </a:lvl1pPr>
          </a:lstStyle>
          <a:p>
            <a:pPr rtl="0"/>
            <a:r>
              <a:rPr lang="de-DE" noProof="0"/>
              <a:t>22.06.20XX</a:t>
            </a:r>
          </a:p>
        </p:txBody>
      </p:sp>
      <p:sp>
        <p:nvSpPr>
          <p:cNvPr id="29" name="Fußzeilenplatzhalter 4">
            <a:extLst>
              <a:ext uri="{FF2B5EF4-FFF2-40B4-BE49-F238E27FC236}">
                <a16:creationId xmlns:a16="http://schemas.microsoft.com/office/drawing/2014/main" id="{CF6BFE9E-EF76-481D-9C8A-7AB36DF5E35B}"/>
              </a:ext>
            </a:extLst>
          </p:cNvPr>
          <p:cNvSpPr>
            <a:spLocks noGrp="1"/>
          </p:cNvSpPr>
          <p:nvPr>
            <p:ph type="ftr" sz="quarter" idx="11"/>
          </p:nvPr>
        </p:nvSpPr>
        <p:spPr>
          <a:xfrm>
            <a:off x="7035799" y="6356350"/>
            <a:ext cx="2772229" cy="365125"/>
          </a:xfrm>
        </p:spPr>
        <p:txBody>
          <a:bodyPr rtlCol="0"/>
          <a:lstStyle>
            <a:lvl1pPr algn="l">
              <a:defRPr>
                <a:solidFill>
                  <a:schemeClr val="accent3">
                    <a:lumMod val="60000"/>
                    <a:lumOff val="40000"/>
                  </a:schemeClr>
                </a:solidFill>
              </a:defRPr>
            </a:lvl1pPr>
          </a:lstStyle>
          <a:p>
            <a:pPr rtl="0"/>
            <a:r>
              <a:rPr lang="de-DE" noProof="0"/>
              <a:t>Verkaufspräsentation</a:t>
            </a:r>
          </a:p>
        </p:txBody>
      </p:sp>
      <p:sp>
        <p:nvSpPr>
          <p:cNvPr id="30" name="Foliennummernplatzhalter 5">
            <a:extLst>
              <a:ext uri="{FF2B5EF4-FFF2-40B4-BE49-F238E27FC236}">
                <a16:creationId xmlns:a16="http://schemas.microsoft.com/office/drawing/2014/main" id="{CD8FBCDE-F8D9-49DC-B34B-2D3463C50930}"/>
              </a:ext>
            </a:extLst>
          </p:cNvPr>
          <p:cNvSpPr>
            <a:spLocks noGrp="1"/>
          </p:cNvSpPr>
          <p:nvPr>
            <p:ph type="sldNum" sz="quarter" idx="12"/>
          </p:nvPr>
        </p:nvSpPr>
        <p:spPr>
          <a:xfrm>
            <a:off x="10036628" y="6356350"/>
            <a:ext cx="1317171" cy="365125"/>
          </a:xfrm>
        </p:spPr>
        <p:txBody>
          <a:bodyPr rtlCol="0"/>
          <a:lstStyle>
            <a:lvl1pPr>
              <a:defRPr>
                <a:solidFill>
                  <a:schemeClr val="accent3">
                    <a:lumMod val="60000"/>
                    <a:lumOff val="40000"/>
                  </a:schemeClr>
                </a:solidFill>
              </a:defRPr>
            </a:lvl1pPr>
          </a:lstStyle>
          <a:p>
            <a:pPr rtl="0"/>
            <a:fld id="{B5CEABB6-07DC-46E8-9B57-56EC44A396E5}" type="slidenum">
              <a:rPr lang="de-DE" noProof="0" smtClean="0"/>
              <a:pPr/>
              <a:t>‹Nr.›</a:t>
            </a:fld>
            <a:endParaRPr lang="de-DE" noProof="0"/>
          </a:p>
        </p:txBody>
      </p:sp>
    </p:spTree>
    <p:extLst>
      <p:ext uri="{BB962C8B-B14F-4D97-AF65-F5344CB8AC3E}">
        <p14:creationId xmlns:p14="http://schemas.microsoft.com/office/powerpoint/2010/main" val="1042456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bschnittsüberschrift">
    <p:bg>
      <p:bgPr>
        <a:solidFill>
          <a:schemeClr val="accent2"/>
        </a:solidFill>
        <a:effectLst/>
      </p:bgPr>
    </p:bg>
    <p:spTree>
      <p:nvGrpSpPr>
        <p:cNvPr id="1" name=""/>
        <p:cNvGrpSpPr/>
        <p:nvPr/>
      </p:nvGrpSpPr>
      <p:grpSpPr>
        <a:xfrm>
          <a:off x="0" y="0"/>
          <a:ext cx="0" cy="0"/>
          <a:chOff x="0" y="0"/>
          <a:chExt cx="0" cy="0"/>
        </a:xfrm>
      </p:grpSpPr>
      <p:pic>
        <p:nvPicPr>
          <p:cNvPr id="12" name="Bild 11" descr="Ein Bild im Freien mit Himmel, Natur, Dünen.&#10;&#10;Automatisch generierte Beschreibung.">
            <a:extLst>
              <a:ext uri="{FF2B5EF4-FFF2-40B4-BE49-F238E27FC236}">
                <a16:creationId xmlns:a16="http://schemas.microsoft.com/office/drawing/2014/main" id="{9996762E-98CA-45F3-8778-C77264B504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301"/>
          <a:stretch/>
        </p:blipFill>
        <p:spPr>
          <a:xfrm>
            <a:off x="0" y="0"/>
            <a:ext cx="4446270" cy="6879772"/>
          </a:xfrm>
          <a:prstGeom prst="rect">
            <a:avLst/>
          </a:prstGeom>
        </p:spPr>
      </p:pic>
      <p:cxnSp>
        <p:nvCxnSpPr>
          <p:cNvPr id="14" name="Gerader Verbinder 13">
            <a:extLst>
              <a:ext uri="{FF2B5EF4-FFF2-40B4-BE49-F238E27FC236}">
                <a16:creationId xmlns:a16="http://schemas.microsoft.com/office/drawing/2014/main" id="{E6BAFCD4-E08A-4CBF-B3C6-F99D6523EB03}"/>
              </a:ext>
            </a:extLst>
          </p:cNvPr>
          <p:cNvCxnSpPr>
            <a:cxnSpLocks/>
          </p:cNvCxnSpPr>
          <p:nvPr userDrawn="1"/>
        </p:nvCxnSpPr>
        <p:spPr>
          <a:xfrm flipH="1">
            <a:off x="3752850" y="4047144"/>
            <a:ext cx="84391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platzhalter 4">
            <a:extLst>
              <a:ext uri="{FF2B5EF4-FFF2-40B4-BE49-F238E27FC236}">
                <a16:creationId xmlns:a16="http://schemas.microsoft.com/office/drawing/2014/main" id="{7DB9F2E2-2FA7-41DA-91AC-B4A535BFF534}"/>
              </a:ext>
            </a:extLst>
          </p:cNvPr>
          <p:cNvSpPr>
            <a:spLocks noGrp="1" noChangeAspect="1"/>
          </p:cNvSpPr>
          <p:nvPr>
            <p:ph type="body" sz="quarter" idx="14" hasCustomPrompt="1"/>
          </p:nvPr>
        </p:nvSpPr>
        <p:spPr>
          <a:xfrm>
            <a:off x="2542032" y="1033272"/>
            <a:ext cx="4690872" cy="4690872"/>
          </a:xfrm>
          <a:noFill/>
        </p:spPr>
        <p:txBody>
          <a:bodyPr spcFirstLastPara="1" wrap="square" lIns="91440" tIns="45720" rIns="91440" bIns="45720" numCol="1" rtlCol="0">
            <a:prstTxWarp prst="textCircle">
              <a:avLst/>
            </a:prstTxWarp>
            <a:spAutoFit/>
          </a:bodyPr>
          <a:lstStyle>
            <a:lvl1pPr>
              <a:defRPr lang="en-US" sz="3200" b="0" cap="all" spc="0" baseline="0" dirty="0">
                <a:ln w="0"/>
                <a:solidFill>
                  <a:schemeClr val="accent1">
                    <a:lumMod val="75000"/>
                    <a:alpha val="70000"/>
                  </a:schemeClr>
                </a:solidFill>
              </a:defRPr>
            </a:lvl1pPr>
          </a:lstStyle>
          <a:p>
            <a:pPr marL="0" lvl="0" algn="ctr" rtl="0"/>
            <a:r>
              <a:rPr lang="de-DE" noProof="0"/>
              <a:t>Textmasterformat durch Klicken bearbeiten</a:t>
            </a:r>
          </a:p>
        </p:txBody>
      </p:sp>
      <p:sp>
        <p:nvSpPr>
          <p:cNvPr id="2" name="Titel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3628558" y="2171699"/>
            <a:ext cx="7581900" cy="1681163"/>
          </a:xfrm>
        </p:spPr>
        <p:txBody>
          <a:bodyPr rtlCol="0" anchor="b">
            <a:noAutofit/>
          </a:bodyPr>
          <a:lstStyle>
            <a:lvl1pPr algn="l">
              <a:defRPr sz="6600">
                <a:solidFill>
                  <a:schemeClr val="accent1"/>
                </a:solidFill>
              </a:defRPr>
            </a:lvl1pPr>
          </a:lstStyle>
          <a:p>
            <a:pPr rtl="0"/>
            <a:r>
              <a:rPr lang="de-DE" noProof="0"/>
              <a:t>Titelmasterformat durch Klicken bearbeiten</a:t>
            </a:r>
          </a:p>
        </p:txBody>
      </p:sp>
    </p:spTree>
    <p:extLst>
      <p:ext uri="{BB962C8B-B14F-4D97-AF65-F5344CB8AC3E}">
        <p14:creationId xmlns:p14="http://schemas.microsoft.com/office/powerpoint/2010/main" val="480888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Spalten">
    <p:bg>
      <p:bgPr>
        <a:solidFill>
          <a:schemeClr val="accent1"/>
        </a:solidFill>
        <a:effectLst/>
      </p:bgPr>
    </p:bg>
    <p:spTree>
      <p:nvGrpSpPr>
        <p:cNvPr id="1" name=""/>
        <p:cNvGrpSpPr/>
        <p:nvPr/>
      </p:nvGrpSpPr>
      <p:grpSpPr>
        <a:xfrm>
          <a:off x="0" y="0"/>
          <a:ext cx="0" cy="0"/>
          <a:chOff x="0" y="0"/>
          <a:chExt cx="0" cy="0"/>
        </a:xfrm>
      </p:grpSpPr>
      <p:pic>
        <p:nvPicPr>
          <p:cNvPr id="4" name="Bild 3" descr="Eine Gruppe von Personen, die Pferde reitet.&#10;&#10;Die Beschreibung wurde automatisch mit mittlerem Zuverlässigkeitsgrad generiert.">
            <a:extLst>
              <a:ext uri="{FF2B5EF4-FFF2-40B4-BE49-F238E27FC236}">
                <a16:creationId xmlns:a16="http://schemas.microsoft.com/office/drawing/2014/main" id="{E72A4962-4D36-46EC-8ABF-17FD9918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hteck 4">
            <a:extLst>
              <a:ext uri="{FF2B5EF4-FFF2-40B4-BE49-F238E27FC236}">
                <a16:creationId xmlns:a16="http://schemas.microsoft.com/office/drawing/2014/main" id="{52230D65-DB5A-4BE3-9C4F-2537D5FDECB5}"/>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accent3"/>
                </a:solidFill>
              </a:defRPr>
            </a:lvl1pPr>
          </a:lstStyle>
          <a:p>
            <a:pPr rtl="0"/>
            <a:r>
              <a:rPr lang="de-DE" noProof="0"/>
              <a:t>Titelmasterformat durch Klicken bearbeiten</a:t>
            </a:r>
          </a:p>
        </p:txBody>
      </p:sp>
      <p:sp>
        <p:nvSpPr>
          <p:cNvPr id="9" name="Textplatzhalt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2356050"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1</a:t>
            </a:r>
          </a:p>
        </p:txBody>
      </p:sp>
      <p:sp>
        <p:nvSpPr>
          <p:cNvPr id="10" name="Textplatzhalt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2356050" y="4644390"/>
            <a:ext cx="1980000"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11" name="Textplatzhalt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5106000"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2</a:t>
            </a:r>
          </a:p>
        </p:txBody>
      </p:sp>
      <p:sp>
        <p:nvSpPr>
          <p:cNvPr id="12" name="Textplatzhalt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5106000" y="4644390"/>
            <a:ext cx="1980000"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13" name="Textplatzhalt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855950" y="3971432"/>
            <a:ext cx="1980000" cy="360000"/>
          </a:xfrm>
        </p:spPr>
        <p:txBody>
          <a:bodyPr rtlCol="0"/>
          <a:lstStyle>
            <a:lvl1pPr marL="0" indent="0" algn="ctr">
              <a:buFont typeface="Arial" panose="020B0604020202020204" pitchFamily="34" charset="0"/>
              <a:buNone/>
              <a:defRPr sz="1800">
                <a:solidFill>
                  <a:schemeClr val="accent3"/>
                </a:solidFill>
                <a:latin typeface="+mj-lt"/>
              </a:defRPr>
            </a:lvl1pPr>
          </a:lstStyle>
          <a:p>
            <a:pPr lvl="0" rtl="0"/>
            <a:r>
              <a:rPr lang="de-DE" noProof="0"/>
              <a:t>Aufzählungszeichen 3</a:t>
            </a:r>
          </a:p>
        </p:txBody>
      </p:sp>
      <p:sp>
        <p:nvSpPr>
          <p:cNvPr id="14" name="Textplatzhalt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7855950" y="4644390"/>
            <a:ext cx="1980000"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16" name="Inhaltsplatzhalter 15">
            <a:extLst>
              <a:ext uri="{FF2B5EF4-FFF2-40B4-BE49-F238E27FC236}">
                <a16:creationId xmlns:a16="http://schemas.microsoft.com/office/drawing/2014/main" id="{FF934EF9-BF0B-4A73-8F03-1BA80EE0608B}"/>
              </a:ext>
            </a:extLst>
          </p:cNvPr>
          <p:cNvSpPr>
            <a:spLocks noGrp="1"/>
          </p:cNvSpPr>
          <p:nvPr>
            <p:ph sz="quarter" idx="46"/>
          </p:nvPr>
        </p:nvSpPr>
        <p:spPr>
          <a:xfrm>
            <a:off x="2602150"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sp>
        <p:nvSpPr>
          <p:cNvPr id="23" name="Inhaltsplatzhalter 15">
            <a:extLst>
              <a:ext uri="{FF2B5EF4-FFF2-40B4-BE49-F238E27FC236}">
                <a16:creationId xmlns:a16="http://schemas.microsoft.com/office/drawing/2014/main" id="{B86A7EE6-1FE6-48B5-8747-AB276F95128F}"/>
              </a:ext>
            </a:extLst>
          </p:cNvPr>
          <p:cNvSpPr>
            <a:spLocks noGrp="1"/>
          </p:cNvSpPr>
          <p:nvPr>
            <p:ph sz="quarter" idx="49"/>
          </p:nvPr>
        </p:nvSpPr>
        <p:spPr>
          <a:xfrm>
            <a:off x="5352100"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sp>
        <p:nvSpPr>
          <p:cNvPr id="24" name="Inhaltsplatzhalter 15">
            <a:extLst>
              <a:ext uri="{FF2B5EF4-FFF2-40B4-BE49-F238E27FC236}">
                <a16:creationId xmlns:a16="http://schemas.microsoft.com/office/drawing/2014/main" id="{5C937C49-EB73-4979-B8CF-CACF0EA242DA}"/>
              </a:ext>
            </a:extLst>
          </p:cNvPr>
          <p:cNvSpPr>
            <a:spLocks noGrp="1"/>
          </p:cNvSpPr>
          <p:nvPr>
            <p:ph sz="quarter" idx="50"/>
          </p:nvPr>
        </p:nvSpPr>
        <p:spPr>
          <a:xfrm>
            <a:off x="8102050" y="2209231"/>
            <a:ext cx="1487800" cy="1487801"/>
          </a:xfrm>
        </p:spPr>
        <p:txBody>
          <a:bodyPr rtlCol="0"/>
          <a:lstStyle>
            <a:lvl1pPr marL="0" indent="0">
              <a:buNone/>
              <a:defRPr>
                <a:solidFill>
                  <a:schemeClr val="accent3"/>
                </a:solidFill>
              </a:defRPr>
            </a:lvl1pPr>
          </a:lstStyle>
          <a:p>
            <a:pPr lvl="0" rtl="0"/>
            <a:r>
              <a:rPr lang="de-DE" noProof="0"/>
              <a:t>Mastertextformat bearbeiten</a:t>
            </a:r>
          </a:p>
        </p:txBody>
      </p:sp>
      <p:cxnSp>
        <p:nvCxnSpPr>
          <p:cNvPr id="26" name="Gerader Verbinder 25">
            <a:extLst>
              <a:ext uri="{FF2B5EF4-FFF2-40B4-BE49-F238E27FC236}">
                <a16:creationId xmlns:a16="http://schemas.microsoft.com/office/drawing/2014/main" id="{C2FC193C-7F61-40CA-B97F-DE9D338DC965}"/>
              </a:ext>
            </a:extLst>
          </p:cNvPr>
          <p:cNvCxnSpPr>
            <a:cxnSpLocks/>
          </p:cNvCxnSpPr>
          <p:nvPr userDrawn="1"/>
        </p:nvCxnSpPr>
        <p:spPr>
          <a:xfrm>
            <a:off x="2888850"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BD86C94F-FF53-46BA-B125-57E5D572D064}"/>
              </a:ext>
            </a:extLst>
          </p:cNvPr>
          <p:cNvCxnSpPr>
            <a:cxnSpLocks/>
          </p:cNvCxnSpPr>
          <p:nvPr userDrawn="1"/>
        </p:nvCxnSpPr>
        <p:spPr>
          <a:xfrm>
            <a:off x="5638800"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BFC882BF-032B-4B67-AF3E-CF79FBCC4FD4}"/>
              </a:ext>
            </a:extLst>
          </p:cNvPr>
          <p:cNvCxnSpPr>
            <a:cxnSpLocks/>
          </p:cNvCxnSpPr>
          <p:nvPr userDrawn="1"/>
        </p:nvCxnSpPr>
        <p:spPr>
          <a:xfrm>
            <a:off x="8358922"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Fußzeilenplatzhalter 5">
            <a:extLst>
              <a:ext uri="{FF2B5EF4-FFF2-40B4-BE49-F238E27FC236}">
                <a16:creationId xmlns:a16="http://schemas.microsoft.com/office/drawing/2014/main" id="{148E808A-AB67-4B52-B35C-7487342F4ADD}"/>
              </a:ext>
            </a:extLst>
          </p:cNvPr>
          <p:cNvSpPr>
            <a:spLocks noGrp="1"/>
          </p:cNvSpPr>
          <p:nvPr>
            <p:ph type="ftr" sz="quarter" idx="10"/>
          </p:nvPr>
        </p:nvSpPr>
        <p:spPr>
          <a:xfrm>
            <a:off x="4038600" y="6497865"/>
            <a:ext cx="4114800" cy="365125"/>
          </a:xfrm>
        </p:spPr>
        <p:txBody>
          <a:bodyPr rtlCol="0"/>
          <a:lstStyle>
            <a:lvl1pPr>
              <a:defRPr>
                <a:solidFill>
                  <a:schemeClr val="accent1"/>
                </a:solidFill>
              </a:defRPr>
            </a:lvl1pPr>
          </a:lstStyle>
          <a:p>
            <a:pPr rtl="0"/>
            <a:r>
              <a:rPr lang="de-DE" noProof="0"/>
              <a:t>Verkaufspräsentation</a:t>
            </a:r>
          </a:p>
        </p:txBody>
      </p:sp>
      <p:sp>
        <p:nvSpPr>
          <p:cNvPr id="29" name="Foliennummernplatzhalter 6">
            <a:extLst>
              <a:ext uri="{FF2B5EF4-FFF2-40B4-BE49-F238E27FC236}">
                <a16:creationId xmlns:a16="http://schemas.microsoft.com/office/drawing/2014/main" id="{88B2564D-D1B9-47FE-9DC9-1BB5316148CE}"/>
              </a:ext>
            </a:extLst>
          </p:cNvPr>
          <p:cNvSpPr>
            <a:spLocks noGrp="1"/>
          </p:cNvSpPr>
          <p:nvPr>
            <p:ph type="sldNum" sz="quarter" idx="11"/>
          </p:nvPr>
        </p:nvSpPr>
        <p:spPr>
          <a:xfrm>
            <a:off x="8610600" y="6497865"/>
            <a:ext cx="2743200" cy="365125"/>
          </a:xfrm>
        </p:spPr>
        <p:txBody>
          <a:bodyPr rtlCol="0"/>
          <a:lstStyle>
            <a:lvl1pPr>
              <a:defRPr>
                <a:solidFill>
                  <a:schemeClr val="accent1"/>
                </a:solidFill>
              </a:defRPr>
            </a:lvl1pPr>
          </a:lstStyle>
          <a:p>
            <a:pPr rtl="0"/>
            <a:fld id="{19B51A1E-902D-48AF-9020-955120F399B6}" type="slidenum">
              <a:rPr lang="de-DE" noProof="0" smtClean="0"/>
              <a:pPr/>
              <a:t>‹Nr.›</a:t>
            </a:fld>
            <a:endParaRPr lang="de-DE" noProof="0"/>
          </a:p>
        </p:txBody>
      </p:sp>
      <p:sp>
        <p:nvSpPr>
          <p:cNvPr id="31" name="Datumsplatzhalter 3">
            <a:extLst>
              <a:ext uri="{FF2B5EF4-FFF2-40B4-BE49-F238E27FC236}">
                <a16:creationId xmlns:a16="http://schemas.microsoft.com/office/drawing/2014/main" id="{E250C28C-FA72-4324-9DA9-3AE75077DBD1}"/>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pPr rtl="0"/>
            <a:r>
              <a:rPr lang="de-DE" noProof="0"/>
              <a:t>22.06.20XX</a:t>
            </a:r>
          </a:p>
        </p:txBody>
      </p:sp>
    </p:spTree>
    <p:extLst>
      <p:ext uri="{BB962C8B-B14F-4D97-AF65-F5344CB8AC3E}">
        <p14:creationId xmlns:p14="http://schemas.microsoft.com/office/powerpoint/2010/main" val="155802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Punkte mit 2 Bildern">
    <p:bg>
      <p:bgPr>
        <a:solidFill>
          <a:schemeClr val="accent1"/>
        </a:solidFill>
        <a:effectLst/>
      </p:bgPr>
    </p:bg>
    <p:spTree>
      <p:nvGrpSpPr>
        <p:cNvPr id="1" name=""/>
        <p:cNvGrpSpPr/>
        <p:nvPr/>
      </p:nvGrpSpPr>
      <p:grpSpPr>
        <a:xfrm>
          <a:off x="0" y="0"/>
          <a:ext cx="0" cy="0"/>
          <a:chOff x="0" y="0"/>
          <a:chExt cx="0" cy="0"/>
        </a:xfrm>
      </p:grpSpPr>
      <p:pic>
        <p:nvPicPr>
          <p:cNvPr id="10" name="Bild 9">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39025" y="0"/>
            <a:ext cx="4752975" cy="6858000"/>
          </a:xfrm>
          <a:prstGeom prst="rect">
            <a:avLst/>
          </a:prstGeom>
        </p:spPr>
      </p:pic>
      <p:sp>
        <p:nvSpPr>
          <p:cNvPr id="2" name="Titel 1">
            <a:extLst>
              <a:ext uri="{FF2B5EF4-FFF2-40B4-BE49-F238E27FC236}">
                <a16:creationId xmlns:a16="http://schemas.microsoft.com/office/drawing/2014/main" id="{9DE3D039-0A18-4031-8A63-D83666B066F6}"/>
              </a:ext>
            </a:extLst>
          </p:cNvPr>
          <p:cNvSpPr>
            <a:spLocks noGrp="1"/>
          </p:cNvSpPr>
          <p:nvPr>
            <p:ph type="title" hasCustomPrompt="1"/>
          </p:nvPr>
        </p:nvSpPr>
        <p:spPr>
          <a:xfrm>
            <a:off x="838200" y="473869"/>
            <a:ext cx="4603750" cy="1226572"/>
          </a:xfrm>
        </p:spPr>
        <p:txBody>
          <a:bodyPr rtlCol="0" anchor="b">
            <a:normAutofit/>
          </a:bodyPr>
          <a:lstStyle>
            <a:lvl1pPr>
              <a:defRPr sz="4400">
                <a:solidFill>
                  <a:schemeClr val="accent3"/>
                </a:solidFill>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77438815-B9AF-4BA5-B8D6-3311C4949FAD}"/>
              </a:ext>
            </a:extLst>
          </p:cNvPr>
          <p:cNvSpPr>
            <a:spLocks noGrp="1"/>
          </p:cNvSpPr>
          <p:nvPr>
            <p:ph type="body" idx="1" hasCustomPrompt="1"/>
          </p:nvPr>
        </p:nvSpPr>
        <p:spPr>
          <a:xfrm>
            <a:off x="3771900" y="2260384"/>
            <a:ext cx="2838444" cy="1226572"/>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4" name="Datumsplatzhalter 3">
            <a:extLst>
              <a:ext uri="{FF2B5EF4-FFF2-40B4-BE49-F238E27FC236}">
                <a16:creationId xmlns:a16="http://schemas.microsoft.com/office/drawing/2014/main" id="{68EB05F6-A3ED-45AB-B103-D5E34BFD605F}"/>
              </a:ext>
            </a:extLst>
          </p:cNvPr>
          <p:cNvSpPr>
            <a:spLocks noGrp="1"/>
          </p:cNvSpPr>
          <p:nvPr>
            <p:ph type="dt" sz="half" idx="10"/>
          </p:nvPr>
        </p:nvSpPr>
        <p:spPr/>
        <p:txBody>
          <a:bodyPr rtlCol="0"/>
          <a:lstStyle>
            <a:lvl1pPr>
              <a:defRPr>
                <a:solidFill>
                  <a:schemeClr val="accent3">
                    <a:lumMod val="60000"/>
                    <a:lumOff val="40000"/>
                  </a:schemeClr>
                </a:solidFill>
              </a:defRPr>
            </a:lvl1pPr>
          </a:lstStyle>
          <a:p>
            <a:pPr rtl="0"/>
            <a:r>
              <a:rPr lang="de-DE" noProof="0"/>
              <a:t>22.06.20XX</a:t>
            </a:r>
          </a:p>
        </p:txBody>
      </p:sp>
      <p:sp>
        <p:nvSpPr>
          <p:cNvPr id="5" name="Fußzeilenplatzhalt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rtlCol="0"/>
          <a:lstStyle>
            <a:lvl1pPr>
              <a:defRPr>
                <a:solidFill>
                  <a:schemeClr val="accent3">
                    <a:lumMod val="60000"/>
                    <a:lumOff val="40000"/>
                  </a:schemeClr>
                </a:solidFill>
              </a:defRPr>
            </a:lvl1pPr>
          </a:lstStyle>
          <a:p>
            <a:pPr rtl="0"/>
            <a:r>
              <a:rPr lang="de-DE" noProof="0"/>
              <a:t>Verkaufspräsentation</a:t>
            </a:r>
          </a:p>
        </p:txBody>
      </p:sp>
      <p:sp>
        <p:nvSpPr>
          <p:cNvPr id="6" name="Foliennummernplatzhalt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
        <p:nvSpPr>
          <p:cNvPr id="12" name="Bildplatzhalter 11">
            <a:extLst>
              <a:ext uri="{FF2B5EF4-FFF2-40B4-BE49-F238E27FC236}">
                <a16:creationId xmlns:a16="http://schemas.microsoft.com/office/drawing/2014/main" id="{8C140FD9-A97C-40A2-A8B8-84D503A3C4BD}"/>
              </a:ext>
            </a:extLst>
          </p:cNvPr>
          <p:cNvSpPr>
            <a:spLocks noGrp="1"/>
          </p:cNvSpPr>
          <p:nvPr>
            <p:ph type="pic" sz="quarter" idx="13"/>
          </p:nvPr>
        </p:nvSpPr>
        <p:spPr>
          <a:xfrm>
            <a:off x="7923213" y="525463"/>
            <a:ext cx="3784599" cy="2629175"/>
          </a:xfrm>
        </p:spPr>
        <p:txBody>
          <a:bodyPr rtlCol="0"/>
          <a:lstStyle/>
          <a:p>
            <a:pPr rtl="0"/>
            <a:r>
              <a:rPr lang="de-DE" noProof="0"/>
              <a:t>Bild durch Klicken auf Symbol hinzufügen</a:t>
            </a:r>
          </a:p>
        </p:txBody>
      </p:sp>
      <p:cxnSp>
        <p:nvCxnSpPr>
          <p:cNvPr id="14" name="Gerader Verbinder 13">
            <a:extLst>
              <a:ext uri="{FF2B5EF4-FFF2-40B4-BE49-F238E27FC236}">
                <a16:creationId xmlns:a16="http://schemas.microsoft.com/office/drawing/2014/main" id="{7A83CD18-0EF9-4AC6-87C8-0A5C8F9F2CA9}"/>
              </a:ext>
            </a:extLst>
          </p:cNvPr>
          <p:cNvCxnSpPr>
            <a:cxnSpLocks/>
          </p:cNvCxnSpPr>
          <p:nvPr userDrawn="1"/>
        </p:nvCxnSpPr>
        <p:spPr>
          <a:xfrm>
            <a:off x="947991" y="3459082"/>
            <a:ext cx="56692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platzhalter 2">
            <a:extLst>
              <a:ext uri="{FF2B5EF4-FFF2-40B4-BE49-F238E27FC236}">
                <a16:creationId xmlns:a16="http://schemas.microsoft.com/office/drawing/2014/main" id="{EB506012-914F-463E-9582-CE719EAD470E}"/>
              </a:ext>
            </a:extLst>
          </p:cNvPr>
          <p:cNvSpPr>
            <a:spLocks noGrp="1"/>
          </p:cNvSpPr>
          <p:nvPr>
            <p:ph type="body" idx="15" hasCustomPrompt="1"/>
          </p:nvPr>
        </p:nvSpPr>
        <p:spPr>
          <a:xfrm>
            <a:off x="857251" y="2260384"/>
            <a:ext cx="2381245" cy="524308"/>
          </a:xfrm>
        </p:spPr>
        <p:txBody>
          <a:bodyPr rtlCol="0">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Zum Bearbeiten klicken</a:t>
            </a:r>
          </a:p>
        </p:txBody>
      </p:sp>
      <p:sp>
        <p:nvSpPr>
          <p:cNvPr id="20" name="Textplatzhalter 2">
            <a:extLst>
              <a:ext uri="{FF2B5EF4-FFF2-40B4-BE49-F238E27FC236}">
                <a16:creationId xmlns:a16="http://schemas.microsoft.com/office/drawing/2014/main" id="{3B07FC46-2A60-4E96-A309-C03E813082E8}"/>
              </a:ext>
            </a:extLst>
          </p:cNvPr>
          <p:cNvSpPr>
            <a:spLocks noGrp="1"/>
          </p:cNvSpPr>
          <p:nvPr>
            <p:ph type="body" idx="16" hasCustomPrompt="1"/>
          </p:nvPr>
        </p:nvSpPr>
        <p:spPr>
          <a:xfrm>
            <a:off x="3771900" y="3652757"/>
            <a:ext cx="2838444" cy="1226572"/>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1" name="Textplatzhalter 2">
            <a:extLst>
              <a:ext uri="{FF2B5EF4-FFF2-40B4-BE49-F238E27FC236}">
                <a16:creationId xmlns:a16="http://schemas.microsoft.com/office/drawing/2014/main" id="{70CB8BDA-C60A-4110-9D29-E59BA67AAD0C}"/>
              </a:ext>
            </a:extLst>
          </p:cNvPr>
          <p:cNvSpPr>
            <a:spLocks noGrp="1"/>
          </p:cNvSpPr>
          <p:nvPr>
            <p:ph type="body" idx="17" hasCustomPrompt="1"/>
          </p:nvPr>
        </p:nvSpPr>
        <p:spPr>
          <a:xfrm>
            <a:off x="857251" y="3652757"/>
            <a:ext cx="2381245" cy="524308"/>
          </a:xfrm>
        </p:spPr>
        <p:txBody>
          <a:bodyPr rtlCol="0">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Zum Bearbeiten klicken</a:t>
            </a:r>
          </a:p>
        </p:txBody>
      </p:sp>
      <p:sp>
        <p:nvSpPr>
          <p:cNvPr id="22" name="Textplatzhalter 2">
            <a:extLst>
              <a:ext uri="{FF2B5EF4-FFF2-40B4-BE49-F238E27FC236}">
                <a16:creationId xmlns:a16="http://schemas.microsoft.com/office/drawing/2014/main" id="{7DB6CAB0-C8FA-4599-AB8C-A2AEED800C6B}"/>
              </a:ext>
            </a:extLst>
          </p:cNvPr>
          <p:cNvSpPr>
            <a:spLocks noGrp="1"/>
          </p:cNvSpPr>
          <p:nvPr>
            <p:ph type="body" idx="18" hasCustomPrompt="1"/>
          </p:nvPr>
        </p:nvSpPr>
        <p:spPr>
          <a:xfrm>
            <a:off x="3771900" y="5054655"/>
            <a:ext cx="2838444" cy="1226572"/>
          </a:xfrm>
        </p:spPr>
        <p:txBody>
          <a:bodyPr rtlCol="0">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23" name="Textplatzhalter 2">
            <a:extLst>
              <a:ext uri="{FF2B5EF4-FFF2-40B4-BE49-F238E27FC236}">
                <a16:creationId xmlns:a16="http://schemas.microsoft.com/office/drawing/2014/main" id="{7659D317-0B72-4047-84EB-EF154C96B979}"/>
              </a:ext>
            </a:extLst>
          </p:cNvPr>
          <p:cNvSpPr>
            <a:spLocks noGrp="1"/>
          </p:cNvSpPr>
          <p:nvPr>
            <p:ph type="body" idx="19" hasCustomPrompt="1"/>
          </p:nvPr>
        </p:nvSpPr>
        <p:spPr>
          <a:xfrm>
            <a:off x="857251" y="5054655"/>
            <a:ext cx="2381245" cy="524308"/>
          </a:xfrm>
        </p:spPr>
        <p:txBody>
          <a:bodyPr rtlCol="0">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Zum Bearbeiten klicken</a:t>
            </a:r>
          </a:p>
        </p:txBody>
      </p:sp>
      <p:sp>
        <p:nvSpPr>
          <p:cNvPr id="26" name="Bildplatzhalter 11">
            <a:extLst>
              <a:ext uri="{FF2B5EF4-FFF2-40B4-BE49-F238E27FC236}">
                <a16:creationId xmlns:a16="http://schemas.microsoft.com/office/drawing/2014/main" id="{974B9287-7FD2-4AE5-BA59-7B3E9C8B5FCC}"/>
              </a:ext>
            </a:extLst>
          </p:cNvPr>
          <p:cNvSpPr>
            <a:spLocks noGrp="1"/>
          </p:cNvSpPr>
          <p:nvPr>
            <p:ph type="pic" sz="quarter" idx="20"/>
          </p:nvPr>
        </p:nvSpPr>
        <p:spPr>
          <a:xfrm>
            <a:off x="7923213" y="3632600"/>
            <a:ext cx="3784599" cy="2629175"/>
          </a:xfrm>
        </p:spPr>
        <p:txBody>
          <a:bodyPr rtlCol="0"/>
          <a:lstStyle/>
          <a:p>
            <a:pPr rtl="0"/>
            <a:r>
              <a:rPr lang="de-DE" noProof="0"/>
              <a:t>Bild durch Klicken auf Symbol hinzufügen</a:t>
            </a:r>
          </a:p>
        </p:txBody>
      </p:sp>
      <p:cxnSp>
        <p:nvCxnSpPr>
          <p:cNvPr id="15" name="Gerader Verbinder 14">
            <a:extLst>
              <a:ext uri="{FF2B5EF4-FFF2-40B4-BE49-F238E27FC236}">
                <a16:creationId xmlns:a16="http://schemas.microsoft.com/office/drawing/2014/main" id="{7620A735-5706-4C08-8345-E542A71DCF4C}"/>
              </a:ext>
            </a:extLst>
          </p:cNvPr>
          <p:cNvCxnSpPr>
            <a:cxnSpLocks/>
          </p:cNvCxnSpPr>
          <p:nvPr userDrawn="1"/>
        </p:nvCxnSpPr>
        <p:spPr>
          <a:xfrm>
            <a:off x="947991" y="4873016"/>
            <a:ext cx="56692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029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Aufzählungszeichen">
    <p:bg>
      <p:bgPr>
        <a:solidFill>
          <a:schemeClr val="accent1"/>
        </a:solidFill>
        <a:effectLst/>
      </p:bgPr>
    </p:bg>
    <p:spTree>
      <p:nvGrpSpPr>
        <p:cNvPr id="1" name=""/>
        <p:cNvGrpSpPr/>
        <p:nvPr/>
      </p:nvGrpSpPr>
      <p:grpSpPr>
        <a:xfrm>
          <a:off x="0" y="0"/>
          <a:ext cx="0" cy="0"/>
          <a:chOff x="0" y="0"/>
          <a:chExt cx="0" cy="0"/>
        </a:xfrm>
      </p:grpSpPr>
      <p:pic>
        <p:nvPicPr>
          <p:cNvPr id="4" name="Bild 3" descr="Eine Gruppe von Personen, die Pferde reitet.&#10;&#10;Die Beschreibung wurde automatisch mit mittlerem Zuverlässigkeitsgrad generiert.">
            <a:extLst>
              <a:ext uri="{FF2B5EF4-FFF2-40B4-BE49-F238E27FC236}">
                <a16:creationId xmlns:a16="http://schemas.microsoft.com/office/drawing/2014/main" id="{E72A4962-4D36-46EC-8ABF-17FD9918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hteck 4">
            <a:extLst>
              <a:ext uri="{FF2B5EF4-FFF2-40B4-BE49-F238E27FC236}">
                <a16:creationId xmlns:a16="http://schemas.microsoft.com/office/drawing/2014/main" id="{52230D65-DB5A-4BE3-9C4F-2537D5FDECB5}"/>
              </a:ext>
            </a:extLst>
          </p:cNvPr>
          <p:cNvSpPr/>
          <p:nvPr userDrawn="1"/>
        </p:nvSpPr>
        <p:spPr>
          <a:xfrm>
            <a:off x="1099958"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accent3"/>
                </a:solidFill>
              </a:defRPr>
            </a:lvl1pPr>
          </a:lstStyle>
          <a:p>
            <a:pPr rtl="0"/>
            <a:r>
              <a:rPr lang="de-DE" noProof="0"/>
              <a:t>Titelmasterformat durch Klicken bearbeiten</a:t>
            </a:r>
          </a:p>
        </p:txBody>
      </p:sp>
      <p:sp>
        <p:nvSpPr>
          <p:cNvPr id="9" name="Textplatzhalt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547229" y="3106128"/>
            <a:ext cx="2178858" cy="745593"/>
          </a:xfrm>
        </p:spPr>
        <p:txBody>
          <a:bodyPr rtlCol="0" anchor="ctr">
            <a:normAutofit/>
          </a:bodyPr>
          <a:lstStyle>
            <a:lvl1pPr marL="0" indent="0" algn="ctr">
              <a:buFont typeface="Arial" panose="020B0604020202020204" pitchFamily="34" charset="0"/>
              <a:buNone/>
              <a:defRPr sz="2800">
                <a:solidFill>
                  <a:schemeClr val="accent3"/>
                </a:solidFill>
                <a:latin typeface="+mj-lt"/>
              </a:defRPr>
            </a:lvl1pPr>
          </a:lstStyle>
          <a:p>
            <a:pPr lvl="0" rtl="0"/>
            <a:r>
              <a:rPr lang="de-DE" noProof="0"/>
              <a:t>Aufzählungszeichen 1</a:t>
            </a:r>
          </a:p>
        </p:txBody>
      </p:sp>
      <p:sp>
        <p:nvSpPr>
          <p:cNvPr id="10" name="Textplatzhalt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547229" y="4333045"/>
            <a:ext cx="2178858"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cxnSp>
        <p:nvCxnSpPr>
          <p:cNvPr id="26" name="Gerader Verbinder 25">
            <a:extLst>
              <a:ext uri="{FF2B5EF4-FFF2-40B4-BE49-F238E27FC236}">
                <a16:creationId xmlns:a16="http://schemas.microsoft.com/office/drawing/2014/main" id="{C2FC193C-7F61-40CA-B97F-DE9D338DC965}"/>
              </a:ext>
            </a:extLst>
          </p:cNvPr>
          <p:cNvCxnSpPr>
            <a:cxnSpLocks/>
          </p:cNvCxnSpPr>
          <p:nvPr userDrawn="1"/>
        </p:nvCxnSpPr>
        <p:spPr>
          <a:xfrm>
            <a:off x="2179458"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0A93A97B-BCBE-41A6-8F7C-75F49A3E9414}"/>
              </a:ext>
            </a:extLst>
          </p:cNvPr>
          <p:cNvSpPr/>
          <p:nvPr userDrawn="1"/>
        </p:nvSpPr>
        <p:spPr>
          <a:xfrm>
            <a:off x="8043609"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5" name="Textplatzhalter 8">
            <a:extLst>
              <a:ext uri="{FF2B5EF4-FFF2-40B4-BE49-F238E27FC236}">
                <a16:creationId xmlns:a16="http://schemas.microsoft.com/office/drawing/2014/main" id="{C740CCCA-3569-463C-B2AC-A5A7F0D4978C}"/>
              </a:ext>
            </a:extLst>
          </p:cNvPr>
          <p:cNvSpPr>
            <a:spLocks noGrp="1"/>
          </p:cNvSpPr>
          <p:nvPr>
            <p:ph type="body" sz="quarter" idx="35" hasCustomPrompt="1"/>
          </p:nvPr>
        </p:nvSpPr>
        <p:spPr>
          <a:xfrm>
            <a:off x="8490880" y="3106128"/>
            <a:ext cx="2178858" cy="745593"/>
          </a:xfrm>
        </p:spPr>
        <p:txBody>
          <a:bodyPr rtlCol="0" anchor="ctr">
            <a:normAutofit/>
          </a:bodyPr>
          <a:lstStyle>
            <a:lvl1pPr marL="0" indent="0" algn="ctr">
              <a:buFont typeface="Arial" panose="020B0604020202020204" pitchFamily="34" charset="0"/>
              <a:buNone/>
              <a:defRPr sz="2800">
                <a:solidFill>
                  <a:schemeClr val="accent3"/>
                </a:solidFill>
                <a:latin typeface="+mj-lt"/>
              </a:defRPr>
            </a:lvl1pPr>
          </a:lstStyle>
          <a:p>
            <a:pPr lvl="0" rtl="0"/>
            <a:r>
              <a:rPr lang="de-DE" noProof="0"/>
              <a:t>Aufzählungszeichen 1</a:t>
            </a:r>
          </a:p>
        </p:txBody>
      </p:sp>
      <p:sp>
        <p:nvSpPr>
          <p:cNvPr id="27" name="Textplatzhalter 10">
            <a:extLst>
              <a:ext uri="{FF2B5EF4-FFF2-40B4-BE49-F238E27FC236}">
                <a16:creationId xmlns:a16="http://schemas.microsoft.com/office/drawing/2014/main" id="{F8CE8B97-7C16-44A0-BFB9-F96C5984325B}"/>
              </a:ext>
            </a:extLst>
          </p:cNvPr>
          <p:cNvSpPr>
            <a:spLocks noGrp="1"/>
          </p:cNvSpPr>
          <p:nvPr>
            <p:ph type="body" sz="quarter" idx="36" hasCustomPrompt="1"/>
          </p:nvPr>
        </p:nvSpPr>
        <p:spPr>
          <a:xfrm>
            <a:off x="8490880" y="4333045"/>
            <a:ext cx="2178858"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cxnSp>
        <p:nvCxnSpPr>
          <p:cNvPr id="29" name="Gerader Verbinder 28">
            <a:extLst>
              <a:ext uri="{FF2B5EF4-FFF2-40B4-BE49-F238E27FC236}">
                <a16:creationId xmlns:a16="http://schemas.microsoft.com/office/drawing/2014/main" id="{DE2C4107-B380-4B54-A179-81B6EE4FE61C}"/>
              </a:ext>
            </a:extLst>
          </p:cNvPr>
          <p:cNvCxnSpPr>
            <a:cxnSpLocks/>
          </p:cNvCxnSpPr>
          <p:nvPr userDrawn="1"/>
        </p:nvCxnSpPr>
        <p:spPr>
          <a:xfrm>
            <a:off x="9123109"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Rechteck 30">
            <a:extLst>
              <a:ext uri="{FF2B5EF4-FFF2-40B4-BE49-F238E27FC236}">
                <a16:creationId xmlns:a16="http://schemas.microsoft.com/office/drawing/2014/main" id="{F1DCE194-0C0A-4B39-AC60-F38FF6DF9302}"/>
              </a:ext>
            </a:extLst>
          </p:cNvPr>
          <p:cNvSpPr/>
          <p:nvPr userDrawn="1"/>
        </p:nvSpPr>
        <p:spPr>
          <a:xfrm>
            <a:off x="4559300"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2" name="Textplatzhalter 8">
            <a:extLst>
              <a:ext uri="{FF2B5EF4-FFF2-40B4-BE49-F238E27FC236}">
                <a16:creationId xmlns:a16="http://schemas.microsoft.com/office/drawing/2014/main" id="{89436B85-0AC5-4B9C-991F-09BD4B25D6D7}"/>
              </a:ext>
            </a:extLst>
          </p:cNvPr>
          <p:cNvSpPr>
            <a:spLocks noGrp="1"/>
          </p:cNvSpPr>
          <p:nvPr>
            <p:ph type="body" sz="quarter" idx="37" hasCustomPrompt="1"/>
          </p:nvPr>
        </p:nvSpPr>
        <p:spPr>
          <a:xfrm>
            <a:off x="5006571" y="3106128"/>
            <a:ext cx="2178858" cy="745593"/>
          </a:xfrm>
        </p:spPr>
        <p:txBody>
          <a:bodyPr rtlCol="0" anchor="ctr">
            <a:normAutofit/>
          </a:bodyPr>
          <a:lstStyle>
            <a:lvl1pPr marL="0" indent="0" algn="ctr">
              <a:buFont typeface="Arial" panose="020B0604020202020204" pitchFamily="34" charset="0"/>
              <a:buNone/>
              <a:defRPr sz="2800">
                <a:solidFill>
                  <a:schemeClr val="accent3"/>
                </a:solidFill>
                <a:latin typeface="+mj-lt"/>
              </a:defRPr>
            </a:lvl1pPr>
          </a:lstStyle>
          <a:p>
            <a:pPr lvl="0" rtl="0"/>
            <a:r>
              <a:rPr lang="de-DE" noProof="0"/>
              <a:t>Aufzählungszeichen 1</a:t>
            </a:r>
          </a:p>
        </p:txBody>
      </p:sp>
      <p:sp>
        <p:nvSpPr>
          <p:cNvPr id="33" name="Textplatzhalter 10">
            <a:extLst>
              <a:ext uri="{FF2B5EF4-FFF2-40B4-BE49-F238E27FC236}">
                <a16:creationId xmlns:a16="http://schemas.microsoft.com/office/drawing/2014/main" id="{A5815370-788B-420F-8599-14DD0C007C09}"/>
              </a:ext>
            </a:extLst>
          </p:cNvPr>
          <p:cNvSpPr>
            <a:spLocks noGrp="1"/>
          </p:cNvSpPr>
          <p:nvPr>
            <p:ph type="body" sz="quarter" idx="38" hasCustomPrompt="1"/>
          </p:nvPr>
        </p:nvSpPr>
        <p:spPr>
          <a:xfrm>
            <a:off x="5006571" y="4333045"/>
            <a:ext cx="2178858"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cxnSp>
        <p:nvCxnSpPr>
          <p:cNvPr id="34" name="Gerader Verbinder 33">
            <a:extLst>
              <a:ext uri="{FF2B5EF4-FFF2-40B4-BE49-F238E27FC236}">
                <a16:creationId xmlns:a16="http://schemas.microsoft.com/office/drawing/2014/main" id="{7B9BE1E5-4A83-4CB5-9052-BC1A7677D705}"/>
              </a:ext>
            </a:extLst>
          </p:cNvPr>
          <p:cNvCxnSpPr>
            <a:cxnSpLocks/>
          </p:cNvCxnSpPr>
          <p:nvPr userDrawn="1"/>
        </p:nvCxnSpPr>
        <p:spPr>
          <a:xfrm>
            <a:off x="5638800"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Datumsplatzhalter 2">
            <a:extLst>
              <a:ext uri="{FF2B5EF4-FFF2-40B4-BE49-F238E27FC236}">
                <a16:creationId xmlns:a16="http://schemas.microsoft.com/office/drawing/2014/main" id="{C3697011-E6CC-4901-995E-295A6B2A1FB1}"/>
              </a:ext>
            </a:extLst>
          </p:cNvPr>
          <p:cNvSpPr>
            <a:spLocks noGrp="1"/>
          </p:cNvSpPr>
          <p:nvPr>
            <p:ph type="dt" sz="half" idx="10"/>
          </p:nvPr>
        </p:nvSpPr>
        <p:spPr>
          <a:xfrm>
            <a:off x="838200" y="6356350"/>
            <a:ext cx="2743200" cy="365125"/>
          </a:xfrm>
        </p:spPr>
        <p:txBody>
          <a:bodyPr rtlCol="0"/>
          <a:lstStyle>
            <a:lvl1pPr>
              <a:defRPr>
                <a:solidFill>
                  <a:schemeClr val="accent1"/>
                </a:solidFill>
              </a:defRPr>
            </a:lvl1pPr>
          </a:lstStyle>
          <a:p>
            <a:pPr rtl="0"/>
            <a:r>
              <a:rPr lang="de-DE" noProof="0"/>
              <a:t>22.06.20XX</a:t>
            </a:r>
          </a:p>
        </p:txBody>
      </p:sp>
      <p:sp>
        <p:nvSpPr>
          <p:cNvPr id="36" name="Fußzeilenplatzhalter 3">
            <a:extLst>
              <a:ext uri="{FF2B5EF4-FFF2-40B4-BE49-F238E27FC236}">
                <a16:creationId xmlns:a16="http://schemas.microsoft.com/office/drawing/2014/main" id="{EA6FBB3A-E08E-4C9D-A6BC-A443762939C0}"/>
              </a:ext>
            </a:extLst>
          </p:cNvPr>
          <p:cNvSpPr>
            <a:spLocks noGrp="1"/>
          </p:cNvSpPr>
          <p:nvPr>
            <p:ph type="ftr" sz="quarter" idx="11"/>
          </p:nvPr>
        </p:nvSpPr>
        <p:spPr>
          <a:xfrm>
            <a:off x="4038600" y="6356350"/>
            <a:ext cx="4114800" cy="365125"/>
          </a:xfrm>
        </p:spPr>
        <p:txBody>
          <a:bodyPr rtlCol="0"/>
          <a:lstStyle>
            <a:lvl1pPr>
              <a:defRPr>
                <a:solidFill>
                  <a:schemeClr val="accent1"/>
                </a:solidFill>
              </a:defRPr>
            </a:lvl1pPr>
          </a:lstStyle>
          <a:p>
            <a:pPr rtl="0"/>
            <a:r>
              <a:rPr lang="de-DE" noProof="0"/>
              <a:t>Verkaufspräsentation</a:t>
            </a:r>
          </a:p>
        </p:txBody>
      </p:sp>
      <p:sp>
        <p:nvSpPr>
          <p:cNvPr id="37" name="Foliennummernplatzhalter 4">
            <a:extLst>
              <a:ext uri="{FF2B5EF4-FFF2-40B4-BE49-F238E27FC236}">
                <a16:creationId xmlns:a16="http://schemas.microsoft.com/office/drawing/2014/main" id="{741F3B34-2439-43D5-886C-2652B0BFD186}"/>
              </a:ext>
            </a:extLst>
          </p:cNvPr>
          <p:cNvSpPr>
            <a:spLocks noGrp="1"/>
          </p:cNvSpPr>
          <p:nvPr>
            <p:ph type="sldNum" sz="quarter" idx="12"/>
          </p:nvPr>
        </p:nvSpPr>
        <p:spPr>
          <a:xfrm>
            <a:off x="8610600" y="6356350"/>
            <a:ext cx="2743200" cy="365125"/>
          </a:xfrm>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Tree>
    <p:extLst>
      <p:ext uri="{BB962C8B-B14F-4D97-AF65-F5344CB8AC3E}">
        <p14:creationId xmlns:p14="http://schemas.microsoft.com/office/powerpoint/2010/main" val="2192051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gleich">
    <p:bg>
      <p:bgPr>
        <a:solidFill>
          <a:schemeClr val="accent1"/>
        </a:solidFill>
        <a:effectLst/>
      </p:bgPr>
    </p:bg>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B4CF7930-2AA6-47D6-A0F2-438A1BDA76F6}"/>
              </a:ext>
            </a:extLst>
          </p:cNvPr>
          <p:cNvSpPr/>
          <p:nvPr userDrawn="1"/>
        </p:nvSpPr>
        <p:spPr>
          <a:xfrm>
            <a:off x="7551735" y="0"/>
            <a:ext cx="464026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7" name="Datumsplatzhalter 6">
            <a:extLst>
              <a:ext uri="{FF2B5EF4-FFF2-40B4-BE49-F238E27FC236}">
                <a16:creationId xmlns:a16="http://schemas.microsoft.com/office/drawing/2014/main" id="{860A2F77-6CFB-4347-9224-EFAA0C0EF3DB}"/>
              </a:ext>
            </a:extLst>
          </p:cNvPr>
          <p:cNvSpPr>
            <a:spLocks noGrp="1"/>
          </p:cNvSpPr>
          <p:nvPr>
            <p:ph type="dt" sz="half" idx="10"/>
          </p:nvPr>
        </p:nvSpPr>
        <p:spPr/>
        <p:txBody>
          <a:bodyPr rtlCol="0"/>
          <a:lstStyle>
            <a:lvl1pPr>
              <a:defRPr>
                <a:solidFill>
                  <a:schemeClr val="accent3">
                    <a:lumMod val="60000"/>
                    <a:lumOff val="40000"/>
                  </a:schemeClr>
                </a:solidFill>
              </a:defRPr>
            </a:lvl1pPr>
          </a:lstStyle>
          <a:p>
            <a:pPr rtl="0"/>
            <a:r>
              <a:rPr lang="de-DE" noProof="0"/>
              <a:t>22.06.20XX</a:t>
            </a:r>
          </a:p>
        </p:txBody>
      </p:sp>
      <p:sp>
        <p:nvSpPr>
          <p:cNvPr id="8" name="Fußzeilenplatzhalt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rtlCol="0"/>
          <a:lstStyle>
            <a:lvl1pPr>
              <a:defRPr>
                <a:solidFill>
                  <a:schemeClr val="accent3">
                    <a:lumMod val="60000"/>
                    <a:lumOff val="40000"/>
                  </a:schemeClr>
                </a:solidFill>
              </a:defRPr>
            </a:lvl1pPr>
          </a:lstStyle>
          <a:p>
            <a:pPr rtl="0"/>
            <a:r>
              <a:rPr lang="de-DE" noProof="0"/>
              <a:t>Verkaufspräsentation</a:t>
            </a:r>
          </a:p>
        </p:txBody>
      </p:sp>
      <p:sp>
        <p:nvSpPr>
          <p:cNvPr id="9" name="Foliennummernplatzhalt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pic>
        <p:nvPicPr>
          <p:cNvPr id="14" name="Bild 13">
            <a:extLst>
              <a:ext uri="{FF2B5EF4-FFF2-40B4-BE49-F238E27FC236}">
                <a16:creationId xmlns:a16="http://schemas.microsoft.com/office/drawing/2014/main" id="{775779ED-1BC5-487B-8B42-16D736E7ADC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247467" y="0"/>
            <a:ext cx="304268" cy="6858000"/>
          </a:xfrm>
          <a:prstGeom prst="rect">
            <a:avLst/>
          </a:prstGeom>
        </p:spPr>
      </p:pic>
      <p:sp>
        <p:nvSpPr>
          <p:cNvPr id="18" name="Inhaltsplatzhalter 2">
            <a:extLst>
              <a:ext uri="{FF2B5EF4-FFF2-40B4-BE49-F238E27FC236}">
                <a16:creationId xmlns:a16="http://schemas.microsoft.com/office/drawing/2014/main" id="{E5BF40A6-F21A-4A84-8F8C-11A4BBCD9B66}"/>
              </a:ext>
            </a:extLst>
          </p:cNvPr>
          <p:cNvSpPr>
            <a:spLocks noGrp="1"/>
          </p:cNvSpPr>
          <p:nvPr>
            <p:ph idx="1" hasCustomPrompt="1"/>
          </p:nvPr>
        </p:nvSpPr>
        <p:spPr>
          <a:xfrm>
            <a:off x="1162050" y="4347256"/>
            <a:ext cx="3975804" cy="1829706"/>
          </a:xfrm>
        </p:spPr>
        <p:txBody>
          <a:bodyPr lIns="0" rIns="0" rtlCol="0">
            <a:normAutofit/>
          </a:bodyPr>
          <a:lstStyle>
            <a:lvl1pPr marL="0" indent="0">
              <a:lnSpc>
                <a:spcPts val="1700"/>
              </a:lnSpc>
              <a:buNone/>
              <a:defRPr sz="1200">
                <a:solidFill>
                  <a:schemeClr val="accent3"/>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de-DE" noProof="0"/>
              <a:t>Textmasterformat durch Klicken bearbeiten</a:t>
            </a:r>
          </a:p>
        </p:txBody>
      </p:sp>
      <p:cxnSp>
        <p:nvCxnSpPr>
          <p:cNvPr id="19" name="Gerader Verbinder 18">
            <a:extLst>
              <a:ext uri="{FF2B5EF4-FFF2-40B4-BE49-F238E27FC236}">
                <a16:creationId xmlns:a16="http://schemas.microsoft.com/office/drawing/2014/main" id="{6DCCE84A-20A5-4E69-9CF9-78FA30B351AC}"/>
              </a:ext>
            </a:extLst>
          </p:cNvPr>
          <p:cNvCxnSpPr>
            <a:cxnSpLocks/>
          </p:cNvCxnSpPr>
          <p:nvPr userDrawn="1"/>
        </p:nvCxnSpPr>
        <p:spPr>
          <a:xfrm>
            <a:off x="1162050" y="2333625"/>
            <a:ext cx="0" cy="129131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A7D45E80-A572-4F1F-A6DC-46C7E86A6F11}"/>
              </a:ext>
            </a:extLst>
          </p:cNvPr>
          <p:cNvSpPr>
            <a:spLocks noGrp="1"/>
          </p:cNvSpPr>
          <p:nvPr>
            <p:ph type="title" hasCustomPrompt="1"/>
          </p:nvPr>
        </p:nvSpPr>
        <p:spPr>
          <a:xfrm>
            <a:off x="1162049" y="523875"/>
            <a:ext cx="4514849" cy="1514476"/>
          </a:xfrm>
        </p:spPr>
        <p:txBody>
          <a:bodyPr lIns="0" rIns="0" rtlCol="0" anchor="b"/>
          <a:lstStyle>
            <a:lvl1pPr>
              <a:defRPr>
                <a:solidFill>
                  <a:schemeClr val="accent3"/>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noProof="0"/>
              <a:t>Titelmasterformat durch Klicken bearbeiten</a:t>
            </a:r>
          </a:p>
        </p:txBody>
      </p:sp>
      <p:sp>
        <p:nvSpPr>
          <p:cNvPr id="23" name="Textplatzhalter 22">
            <a:extLst>
              <a:ext uri="{FF2B5EF4-FFF2-40B4-BE49-F238E27FC236}">
                <a16:creationId xmlns:a16="http://schemas.microsoft.com/office/drawing/2014/main" id="{4EEF521D-CBF5-4B15-9226-23563A8C3AA5}"/>
              </a:ext>
            </a:extLst>
          </p:cNvPr>
          <p:cNvSpPr>
            <a:spLocks noGrp="1"/>
          </p:cNvSpPr>
          <p:nvPr>
            <p:ph type="body" sz="quarter" idx="13" hasCustomPrompt="1"/>
          </p:nvPr>
        </p:nvSpPr>
        <p:spPr>
          <a:xfrm>
            <a:off x="1161346" y="3956731"/>
            <a:ext cx="3975804" cy="390525"/>
          </a:xfrm>
        </p:spPr>
        <p:txBody>
          <a:bodyPr lIns="0" rtlCol="0">
            <a:noAutofit/>
          </a:bodyPr>
          <a:lstStyle>
            <a:lvl1pPr marL="0" indent="0">
              <a:buNone/>
              <a:defRPr sz="1200" b="1">
                <a:solidFill>
                  <a:schemeClr val="accent3"/>
                </a:solidFill>
              </a:defRPr>
            </a:lvl1pPr>
          </a:lstStyle>
          <a:p>
            <a:pPr lvl="0" rtl="0"/>
            <a:r>
              <a:rPr lang="de-DE" noProof="0"/>
              <a:t>Textmasterformat durch Klicken bearbeiten</a:t>
            </a:r>
          </a:p>
        </p:txBody>
      </p:sp>
      <p:sp>
        <p:nvSpPr>
          <p:cNvPr id="25" name="Inhaltsplatzhalter 2">
            <a:extLst>
              <a:ext uri="{FF2B5EF4-FFF2-40B4-BE49-F238E27FC236}">
                <a16:creationId xmlns:a16="http://schemas.microsoft.com/office/drawing/2014/main" id="{B85B4523-BC07-42A3-8A4D-5E2D9CAE0DA3}"/>
              </a:ext>
            </a:extLst>
          </p:cNvPr>
          <p:cNvSpPr>
            <a:spLocks noGrp="1"/>
          </p:cNvSpPr>
          <p:nvPr>
            <p:ph idx="14" hasCustomPrompt="1"/>
          </p:nvPr>
        </p:nvSpPr>
        <p:spPr>
          <a:xfrm>
            <a:off x="7920887" y="2856735"/>
            <a:ext cx="3902664" cy="712731"/>
          </a:xfrm>
        </p:spPr>
        <p:txBody>
          <a:bodyPr lIns="0" rIns="0" rtlCol="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de-DE" noProof="0"/>
              <a:t>Textmasterformat durch Klicken bearbeiten</a:t>
            </a:r>
          </a:p>
        </p:txBody>
      </p:sp>
      <p:sp>
        <p:nvSpPr>
          <p:cNvPr id="26" name="Textplatzhalter 22">
            <a:extLst>
              <a:ext uri="{FF2B5EF4-FFF2-40B4-BE49-F238E27FC236}">
                <a16:creationId xmlns:a16="http://schemas.microsoft.com/office/drawing/2014/main" id="{534AB7F6-3491-4274-B3F2-F871EFB72027}"/>
              </a:ext>
            </a:extLst>
          </p:cNvPr>
          <p:cNvSpPr>
            <a:spLocks noGrp="1"/>
          </p:cNvSpPr>
          <p:nvPr>
            <p:ph type="body" sz="quarter" idx="15" hasCustomPrompt="1"/>
          </p:nvPr>
        </p:nvSpPr>
        <p:spPr>
          <a:xfrm>
            <a:off x="7920183" y="2542410"/>
            <a:ext cx="3902664" cy="390525"/>
          </a:xfrm>
        </p:spPr>
        <p:txBody>
          <a:bodyPr lIns="0" rtlCol="0">
            <a:noAutofit/>
          </a:bodyPr>
          <a:lstStyle>
            <a:lvl1pPr marL="0" indent="0" algn="ctr">
              <a:buNone/>
              <a:defRPr sz="1200" b="1">
                <a:solidFill>
                  <a:schemeClr val="accent1"/>
                </a:solidFill>
              </a:defRPr>
            </a:lvl1pPr>
          </a:lstStyle>
          <a:p>
            <a:pPr lvl="0" rtl="0"/>
            <a:r>
              <a:rPr lang="de-DE" noProof="0"/>
              <a:t>Textmasterformat durch Klicken bearbeiten</a:t>
            </a:r>
          </a:p>
        </p:txBody>
      </p:sp>
      <p:sp>
        <p:nvSpPr>
          <p:cNvPr id="28" name="Inhaltsplatzhalter 2">
            <a:extLst>
              <a:ext uri="{FF2B5EF4-FFF2-40B4-BE49-F238E27FC236}">
                <a16:creationId xmlns:a16="http://schemas.microsoft.com/office/drawing/2014/main" id="{4B1BC6A9-C15F-4476-80D3-8E9A9A98B2F9}"/>
              </a:ext>
            </a:extLst>
          </p:cNvPr>
          <p:cNvSpPr>
            <a:spLocks noGrp="1"/>
          </p:cNvSpPr>
          <p:nvPr>
            <p:ph idx="16" hasCustomPrompt="1"/>
          </p:nvPr>
        </p:nvSpPr>
        <p:spPr>
          <a:xfrm>
            <a:off x="7920887" y="4162990"/>
            <a:ext cx="3902664" cy="712731"/>
          </a:xfrm>
        </p:spPr>
        <p:txBody>
          <a:bodyPr lIns="0" rIns="0" rtlCol="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de-DE" noProof="0"/>
              <a:t>Textmasterformat durch Klicken bearbeiten</a:t>
            </a:r>
          </a:p>
        </p:txBody>
      </p:sp>
      <p:sp>
        <p:nvSpPr>
          <p:cNvPr id="29" name="Textplatzhalter 22">
            <a:extLst>
              <a:ext uri="{FF2B5EF4-FFF2-40B4-BE49-F238E27FC236}">
                <a16:creationId xmlns:a16="http://schemas.microsoft.com/office/drawing/2014/main" id="{99021676-27CC-4430-A253-24147747F467}"/>
              </a:ext>
            </a:extLst>
          </p:cNvPr>
          <p:cNvSpPr>
            <a:spLocks noGrp="1"/>
          </p:cNvSpPr>
          <p:nvPr>
            <p:ph type="body" sz="quarter" idx="17" hasCustomPrompt="1"/>
          </p:nvPr>
        </p:nvSpPr>
        <p:spPr>
          <a:xfrm>
            <a:off x="7920183" y="3848665"/>
            <a:ext cx="3902664" cy="390525"/>
          </a:xfrm>
        </p:spPr>
        <p:txBody>
          <a:bodyPr lIns="0" rtlCol="0">
            <a:noAutofit/>
          </a:bodyPr>
          <a:lstStyle>
            <a:lvl1pPr marL="0" indent="0" algn="ctr">
              <a:buNone/>
              <a:defRPr sz="1200" b="1">
                <a:solidFill>
                  <a:schemeClr val="accent1"/>
                </a:solidFill>
              </a:defRPr>
            </a:lvl1pPr>
          </a:lstStyle>
          <a:p>
            <a:pPr lvl="0" rtl="0"/>
            <a:r>
              <a:rPr lang="de-DE" noProof="0"/>
              <a:t>Textmasterformat durch Klicken bearbeiten</a:t>
            </a:r>
          </a:p>
        </p:txBody>
      </p:sp>
      <p:sp>
        <p:nvSpPr>
          <p:cNvPr id="32" name="Inhaltsplatzhalter 2">
            <a:extLst>
              <a:ext uri="{FF2B5EF4-FFF2-40B4-BE49-F238E27FC236}">
                <a16:creationId xmlns:a16="http://schemas.microsoft.com/office/drawing/2014/main" id="{9CDFC7FE-62FA-4943-BCDD-808A7ABBF21F}"/>
              </a:ext>
            </a:extLst>
          </p:cNvPr>
          <p:cNvSpPr>
            <a:spLocks noGrp="1"/>
          </p:cNvSpPr>
          <p:nvPr>
            <p:ph idx="18" hasCustomPrompt="1"/>
          </p:nvPr>
        </p:nvSpPr>
        <p:spPr>
          <a:xfrm>
            <a:off x="7920887" y="5469245"/>
            <a:ext cx="3902664" cy="712731"/>
          </a:xfrm>
        </p:spPr>
        <p:txBody>
          <a:bodyPr lIns="0" rIns="0" rtlCol="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de-DE" noProof="0"/>
              <a:t>Textmasterformat durch Klicken bearbeiten</a:t>
            </a:r>
          </a:p>
        </p:txBody>
      </p:sp>
      <p:sp>
        <p:nvSpPr>
          <p:cNvPr id="33" name="Textplatzhalter 22">
            <a:extLst>
              <a:ext uri="{FF2B5EF4-FFF2-40B4-BE49-F238E27FC236}">
                <a16:creationId xmlns:a16="http://schemas.microsoft.com/office/drawing/2014/main" id="{F0CD399E-155D-416D-8EF4-4190995DC162}"/>
              </a:ext>
            </a:extLst>
          </p:cNvPr>
          <p:cNvSpPr>
            <a:spLocks noGrp="1"/>
          </p:cNvSpPr>
          <p:nvPr>
            <p:ph type="body" sz="quarter" idx="19" hasCustomPrompt="1"/>
          </p:nvPr>
        </p:nvSpPr>
        <p:spPr>
          <a:xfrm>
            <a:off x="7920183" y="5154920"/>
            <a:ext cx="3902664" cy="390525"/>
          </a:xfrm>
        </p:spPr>
        <p:txBody>
          <a:bodyPr lIns="0" rtlCol="0">
            <a:noAutofit/>
          </a:bodyPr>
          <a:lstStyle>
            <a:lvl1pPr marL="0" indent="0" algn="ctr">
              <a:buNone/>
              <a:defRPr sz="1200" b="1">
                <a:solidFill>
                  <a:schemeClr val="accent1"/>
                </a:solidFill>
              </a:defRPr>
            </a:lvl1pPr>
          </a:lstStyle>
          <a:p>
            <a:pPr lvl="0" rtl="0"/>
            <a:r>
              <a:rPr lang="de-DE" noProof="0"/>
              <a:t>Textmasterformat durch Klicken bearbeiten</a:t>
            </a:r>
          </a:p>
        </p:txBody>
      </p:sp>
      <p:sp>
        <p:nvSpPr>
          <p:cNvPr id="34" name="Textplatzhalter 22">
            <a:extLst>
              <a:ext uri="{FF2B5EF4-FFF2-40B4-BE49-F238E27FC236}">
                <a16:creationId xmlns:a16="http://schemas.microsoft.com/office/drawing/2014/main" id="{34648533-B8C6-451A-A70F-831EBFABA61B}"/>
              </a:ext>
            </a:extLst>
          </p:cNvPr>
          <p:cNvSpPr>
            <a:spLocks noGrp="1"/>
          </p:cNvSpPr>
          <p:nvPr>
            <p:ph type="body" sz="quarter" idx="20" hasCustomPrompt="1"/>
          </p:nvPr>
        </p:nvSpPr>
        <p:spPr>
          <a:xfrm>
            <a:off x="7920184" y="1652142"/>
            <a:ext cx="3902664" cy="390525"/>
          </a:xfrm>
        </p:spPr>
        <p:txBody>
          <a:bodyPr lIns="0" rtlCol="0">
            <a:noAutofit/>
          </a:bodyPr>
          <a:lstStyle>
            <a:lvl1pPr marL="0" indent="0" algn="ctr">
              <a:buNone/>
              <a:defRPr sz="1800" b="1">
                <a:solidFill>
                  <a:schemeClr val="accent1"/>
                </a:solidFill>
                <a:latin typeface="+mj-lt"/>
              </a:defRPr>
            </a:lvl1pPr>
          </a:lstStyle>
          <a:p>
            <a:pPr lvl="0" rtl="0"/>
            <a:r>
              <a:rPr lang="de-DE" noProof="0"/>
              <a:t>Textmasterformat durch Klicken bearbeiten</a:t>
            </a:r>
          </a:p>
        </p:txBody>
      </p:sp>
    </p:spTree>
    <p:extLst>
      <p:ext uri="{BB962C8B-B14F-4D97-AF65-F5344CB8AC3E}">
        <p14:creationId xmlns:p14="http://schemas.microsoft.com/office/powerpoint/2010/main" val="692630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onkurrenz">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accent1"/>
                </a:solidFill>
              </a:defRPr>
            </a:lvl1pPr>
          </a:lstStyle>
          <a:p>
            <a:pPr rtl="0"/>
            <a:r>
              <a:rPr lang="de-DE" noProof="0"/>
              <a:t>Titelmasterformat durch Klicken bearbeiten</a:t>
            </a:r>
          </a:p>
        </p:txBody>
      </p:sp>
      <p:sp>
        <p:nvSpPr>
          <p:cNvPr id="15" name="Textplatzhalter 14">
            <a:extLst>
              <a:ext uri="{FF2B5EF4-FFF2-40B4-BE49-F238E27FC236}">
                <a16:creationId xmlns:a16="http://schemas.microsoft.com/office/drawing/2014/main" id="{75DDABA0-16CE-4E19-BE69-D9B7A7E49D8D}"/>
              </a:ext>
            </a:extLst>
          </p:cNvPr>
          <p:cNvSpPr>
            <a:spLocks noGrp="1"/>
          </p:cNvSpPr>
          <p:nvPr>
            <p:ph type="body" sz="quarter" idx="15" hasCustomPrompt="1"/>
          </p:nvPr>
        </p:nvSpPr>
        <p:spPr>
          <a:xfrm>
            <a:off x="5242517" y="1599947"/>
            <a:ext cx="1706965" cy="492025"/>
          </a:xfrm>
          <a:prstGeom prst="rect">
            <a:avLst/>
          </a:prstGeom>
        </p:spPr>
        <p:txBody>
          <a:bodyPr rtlCol="0"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rtl="0"/>
            <a:r>
              <a:rPr lang="de-DE" noProof="0"/>
              <a:t>Klicken, um Namen hinzuzufügen</a:t>
            </a:r>
          </a:p>
        </p:txBody>
      </p:sp>
      <p:sp>
        <p:nvSpPr>
          <p:cNvPr id="16" name="Textplatzhalter 14">
            <a:extLst>
              <a:ext uri="{FF2B5EF4-FFF2-40B4-BE49-F238E27FC236}">
                <a16:creationId xmlns:a16="http://schemas.microsoft.com/office/drawing/2014/main" id="{9EFF9B48-1E60-4470-A40A-EA2726265BEE}"/>
              </a:ext>
            </a:extLst>
          </p:cNvPr>
          <p:cNvSpPr>
            <a:spLocks noGrp="1"/>
          </p:cNvSpPr>
          <p:nvPr>
            <p:ph type="body" sz="quarter" idx="17" hasCustomPrompt="1"/>
          </p:nvPr>
        </p:nvSpPr>
        <p:spPr>
          <a:xfrm>
            <a:off x="5242517" y="5468790"/>
            <a:ext cx="1706965" cy="492025"/>
          </a:xfrm>
          <a:prstGeom prst="rect">
            <a:avLst/>
          </a:prstGeom>
        </p:spPr>
        <p:txBody>
          <a:bodyPr rtlCol="0"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rtl="0"/>
            <a:r>
              <a:rPr lang="de-DE" noProof="0"/>
              <a:t>Klicken, um Namen hinzuzufügen</a:t>
            </a:r>
          </a:p>
        </p:txBody>
      </p:sp>
      <p:sp>
        <p:nvSpPr>
          <p:cNvPr id="17" name="Textplatzhalter 14">
            <a:extLst>
              <a:ext uri="{FF2B5EF4-FFF2-40B4-BE49-F238E27FC236}">
                <a16:creationId xmlns:a16="http://schemas.microsoft.com/office/drawing/2014/main" id="{2886CA7A-CC77-44B3-A1CA-BBA33F221C4B}"/>
              </a:ext>
            </a:extLst>
          </p:cNvPr>
          <p:cNvSpPr>
            <a:spLocks noGrp="1"/>
          </p:cNvSpPr>
          <p:nvPr>
            <p:ph type="body" sz="quarter" idx="19" hasCustomPrompt="1"/>
          </p:nvPr>
        </p:nvSpPr>
        <p:spPr>
          <a:xfrm>
            <a:off x="8446329" y="3528829"/>
            <a:ext cx="1380681" cy="492025"/>
          </a:xfrm>
          <a:prstGeom prst="rect">
            <a:avLst/>
          </a:prstGeom>
        </p:spPr>
        <p:txBody>
          <a:bodyPr rtlCol="0"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rtl="0"/>
            <a:r>
              <a:rPr lang="de-DE" noProof="0"/>
              <a:t>Klicken, um Namen hinzuzufügen</a:t>
            </a:r>
          </a:p>
        </p:txBody>
      </p:sp>
      <p:sp>
        <p:nvSpPr>
          <p:cNvPr id="18" name="Textplatzhalter 14">
            <a:extLst>
              <a:ext uri="{FF2B5EF4-FFF2-40B4-BE49-F238E27FC236}">
                <a16:creationId xmlns:a16="http://schemas.microsoft.com/office/drawing/2014/main" id="{2132A9FB-F78E-4979-8041-C3FA3A93D81B}"/>
              </a:ext>
            </a:extLst>
          </p:cNvPr>
          <p:cNvSpPr>
            <a:spLocks noGrp="1"/>
          </p:cNvSpPr>
          <p:nvPr>
            <p:ph type="body" sz="quarter" idx="20" hasCustomPrompt="1"/>
          </p:nvPr>
        </p:nvSpPr>
        <p:spPr>
          <a:xfrm>
            <a:off x="3738732" y="2378452"/>
            <a:ext cx="1183179" cy="492025"/>
          </a:xfrm>
          <a:prstGeom prst="rect">
            <a:avLst/>
          </a:prstGeom>
        </p:spPr>
        <p:txBody>
          <a:bodyPr rtlCol="0"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rtl="0"/>
            <a:r>
              <a:rPr lang="de-DE" noProof="0"/>
              <a:t>Klicken, um Namen hinzuzufügen</a:t>
            </a:r>
          </a:p>
        </p:txBody>
      </p:sp>
      <p:sp>
        <p:nvSpPr>
          <p:cNvPr id="19" name="Textplatzhalter 14">
            <a:extLst>
              <a:ext uri="{FF2B5EF4-FFF2-40B4-BE49-F238E27FC236}">
                <a16:creationId xmlns:a16="http://schemas.microsoft.com/office/drawing/2014/main" id="{2A01AEF9-4E0C-4384-AAB1-9B179A87913E}"/>
              </a:ext>
            </a:extLst>
          </p:cNvPr>
          <p:cNvSpPr>
            <a:spLocks noGrp="1"/>
          </p:cNvSpPr>
          <p:nvPr>
            <p:ph type="body" sz="quarter" idx="21" hasCustomPrompt="1"/>
          </p:nvPr>
        </p:nvSpPr>
        <p:spPr>
          <a:xfrm>
            <a:off x="4175224" y="4459860"/>
            <a:ext cx="1183179" cy="492025"/>
          </a:xfrm>
          <a:prstGeom prst="rect">
            <a:avLst/>
          </a:prstGeom>
        </p:spPr>
        <p:txBody>
          <a:bodyPr rtlCol="0"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rtl="0"/>
            <a:r>
              <a:rPr lang="de-DE" noProof="0"/>
              <a:t>Klicken, um Namen hinzuzufügen</a:t>
            </a:r>
          </a:p>
        </p:txBody>
      </p:sp>
      <p:sp>
        <p:nvSpPr>
          <p:cNvPr id="20" name="Textplatzhalter 14">
            <a:extLst>
              <a:ext uri="{FF2B5EF4-FFF2-40B4-BE49-F238E27FC236}">
                <a16:creationId xmlns:a16="http://schemas.microsoft.com/office/drawing/2014/main" id="{08B5B546-0DF9-45E4-A795-FE967C5ECD4A}"/>
              </a:ext>
            </a:extLst>
          </p:cNvPr>
          <p:cNvSpPr>
            <a:spLocks noGrp="1"/>
          </p:cNvSpPr>
          <p:nvPr>
            <p:ph type="body" sz="quarter" idx="22" hasCustomPrompt="1"/>
          </p:nvPr>
        </p:nvSpPr>
        <p:spPr>
          <a:xfrm>
            <a:off x="2637747" y="4634331"/>
            <a:ext cx="1183179" cy="492025"/>
          </a:xfrm>
          <a:prstGeom prst="rect">
            <a:avLst/>
          </a:prstGeom>
        </p:spPr>
        <p:txBody>
          <a:bodyPr rtlCol="0"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rtl="0"/>
            <a:r>
              <a:rPr lang="de-DE" noProof="0"/>
              <a:t>Klicken, um Namen hinzuzufügen</a:t>
            </a:r>
          </a:p>
        </p:txBody>
      </p:sp>
      <p:sp>
        <p:nvSpPr>
          <p:cNvPr id="21" name="Textplatzhalter 14">
            <a:extLst>
              <a:ext uri="{FF2B5EF4-FFF2-40B4-BE49-F238E27FC236}">
                <a16:creationId xmlns:a16="http://schemas.microsoft.com/office/drawing/2014/main" id="{B68C7EB3-2B31-41FF-89E8-F0EBD7662178}"/>
              </a:ext>
            </a:extLst>
          </p:cNvPr>
          <p:cNvSpPr>
            <a:spLocks noGrp="1"/>
          </p:cNvSpPr>
          <p:nvPr>
            <p:ph type="body" sz="quarter" idx="23" hasCustomPrompt="1"/>
          </p:nvPr>
        </p:nvSpPr>
        <p:spPr>
          <a:xfrm>
            <a:off x="6552714" y="4321788"/>
            <a:ext cx="1183179" cy="492025"/>
          </a:xfrm>
          <a:prstGeom prst="rect">
            <a:avLst/>
          </a:prstGeom>
        </p:spPr>
        <p:txBody>
          <a:bodyPr rtlCol="0"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rtl="0"/>
            <a:r>
              <a:rPr lang="de-DE" noProof="0"/>
              <a:t>Klicken, um Namen hinzuzufügen</a:t>
            </a:r>
          </a:p>
        </p:txBody>
      </p:sp>
      <p:sp>
        <p:nvSpPr>
          <p:cNvPr id="22" name="Textplatzhalter 14">
            <a:extLst>
              <a:ext uri="{FF2B5EF4-FFF2-40B4-BE49-F238E27FC236}">
                <a16:creationId xmlns:a16="http://schemas.microsoft.com/office/drawing/2014/main" id="{66C27F8B-B209-493E-BAB8-FDDE2157DB0A}"/>
              </a:ext>
            </a:extLst>
          </p:cNvPr>
          <p:cNvSpPr>
            <a:spLocks noGrp="1"/>
          </p:cNvSpPr>
          <p:nvPr>
            <p:ph type="body" sz="quarter" idx="24" hasCustomPrompt="1"/>
          </p:nvPr>
        </p:nvSpPr>
        <p:spPr>
          <a:xfrm>
            <a:off x="7801857" y="5195673"/>
            <a:ext cx="1183179" cy="492025"/>
          </a:xfrm>
          <a:prstGeom prst="rect">
            <a:avLst/>
          </a:prstGeom>
        </p:spPr>
        <p:txBody>
          <a:bodyPr rtlCol="0"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rtl="0"/>
            <a:r>
              <a:rPr lang="de-DE" noProof="0"/>
              <a:t>Klicken, um Namen hinzuzufügen</a:t>
            </a:r>
          </a:p>
        </p:txBody>
      </p:sp>
      <p:sp>
        <p:nvSpPr>
          <p:cNvPr id="23" name="Textplatzhalter 14">
            <a:extLst>
              <a:ext uri="{FF2B5EF4-FFF2-40B4-BE49-F238E27FC236}">
                <a16:creationId xmlns:a16="http://schemas.microsoft.com/office/drawing/2014/main" id="{884BDCF5-6254-4805-96B8-A31EE31D46E2}"/>
              </a:ext>
            </a:extLst>
          </p:cNvPr>
          <p:cNvSpPr>
            <a:spLocks noGrp="1"/>
          </p:cNvSpPr>
          <p:nvPr>
            <p:ph type="body" sz="quarter" idx="25" hasCustomPrompt="1"/>
          </p:nvPr>
        </p:nvSpPr>
        <p:spPr>
          <a:xfrm>
            <a:off x="2364990" y="3528829"/>
            <a:ext cx="1393863" cy="492025"/>
          </a:xfrm>
          <a:prstGeom prst="rect">
            <a:avLst/>
          </a:prstGeom>
        </p:spPr>
        <p:txBody>
          <a:bodyPr rtlCol="0"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rtl="0"/>
            <a:r>
              <a:rPr lang="de-DE" noProof="0"/>
              <a:t>Klicken, um Namen hinzuzufügen</a:t>
            </a:r>
          </a:p>
        </p:txBody>
      </p:sp>
      <p:cxnSp>
        <p:nvCxnSpPr>
          <p:cNvPr id="24" name="Gerader Verbinder 23">
            <a:extLst>
              <a:ext uri="{FF2B5EF4-FFF2-40B4-BE49-F238E27FC236}">
                <a16:creationId xmlns:a16="http://schemas.microsoft.com/office/drawing/2014/main" id="{9E963DDA-51A3-4DBA-B9AB-9476FA302735}"/>
              </a:ext>
            </a:extLst>
          </p:cNvPr>
          <p:cNvCxnSpPr>
            <a:cxnSpLocks/>
          </p:cNvCxnSpPr>
          <p:nvPr userDrawn="1"/>
        </p:nvCxnSpPr>
        <p:spPr>
          <a:xfrm>
            <a:off x="3762680" y="3774842"/>
            <a:ext cx="4683649"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DCA1E21-932F-47C4-A095-3D682884EC3F}"/>
              </a:ext>
            </a:extLst>
          </p:cNvPr>
          <p:cNvCxnSpPr>
            <a:cxnSpLocks/>
          </p:cNvCxnSpPr>
          <p:nvPr userDrawn="1"/>
        </p:nvCxnSpPr>
        <p:spPr>
          <a:xfrm flipV="1">
            <a:off x="6096000" y="2091972"/>
            <a:ext cx="4678" cy="3376818"/>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platzhalter 14">
            <a:extLst>
              <a:ext uri="{FF2B5EF4-FFF2-40B4-BE49-F238E27FC236}">
                <a16:creationId xmlns:a16="http://schemas.microsoft.com/office/drawing/2014/main" id="{8A636DFD-D98E-4314-BD69-68D2528C01D2}"/>
              </a:ext>
            </a:extLst>
          </p:cNvPr>
          <p:cNvSpPr>
            <a:spLocks noGrp="1"/>
          </p:cNvSpPr>
          <p:nvPr>
            <p:ph type="body" sz="quarter" idx="26" hasCustomPrompt="1"/>
          </p:nvPr>
        </p:nvSpPr>
        <p:spPr>
          <a:xfrm>
            <a:off x="6758897" y="2169263"/>
            <a:ext cx="1706965" cy="1048575"/>
          </a:xfrm>
          <a:prstGeom prst="rect">
            <a:avLst/>
          </a:prstGeom>
        </p:spPr>
        <p:txBody>
          <a:bodyPr rtlCol="0" anchor="ctr">
            <a:noAutofit/>
          </a:bodyPr>
          <a:lstStyle>
            <a:lvl1pPr marL="0" indent="0" algn="ctr">
              <a:lnSpc>
                <a:spcPct val="100000"/>
              </a:lnSpc>
              <a:buNone/>
              <a:defRPr sz="1600" b="1" cap="none" spc="0" baseline="0">
                <a:solidFill>
                  <a:schemeClr val="accent1"/>
                </a:solidFill>
                <a:latin typeface="+mn-lt"/>
              </a:defRPr>
            </a:lvl1pPr>
          </a:lstStyle>
          <a:p>
            <a:pPr lvl="0" rtl="0"/>
            <a:r>
              <a:rPr lang="de-DE" noProof="0"/>
              <a:t>Klicken, um Namen hinzuzufügen</a:t>
            </a:r>
          </a:p>
        </p:txBody>
      </p:sp>
      <p:pic>
        <p:nvPicPr>
          <p:cNvPr id="4" name="Bild 3" descr="Ein Bild im Freien mit Himmel, Natur, Dünen.&#10;&#10;Automatisch generierte Beschreibung.">
            <a:extLst>
              <a:ext uri="{FF2B5EF4-FFF2-40B4-BE49-F238E27FC236}">
                <a16:creationId xmlns:a16="http://schemas.microsoft.com/office/drawing/2014/main" id="{7036201C-6A4F-4D68-A5F0-E6E149C82E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5" name="Bild 4" descr="Ein Bild im Freien mit Himmel, Natur, Dünen.&#10;&#10;Automatisch generierte Beschreibung.">
            <a:extLst>
              <a:ext uri="{FF2B5EF4-FFF2-40B4-BE49-F238E27FC236}">
                <a16:creationId xmlns:a16="http://schemas.microsoft.com/office/drawing/2014/main" id="{1FDEBCE5-FECF-4290-856D-FCF83DC52EB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29" name="Datumsplatzhalter 2">
            <a:extLst>
              <a:ext uri="{FF2B5EF4-FFF2-40B4-BE49-F238E27FC236}">
                <a16:creationId xmlns:a16="http://schemas.microsoft.com/office/drawing/2014/main" id="{84F6DC17-DADB-40C5-8E7F-38D27EF3BB1C}"/>
              </a:ext>
            </a:extLst>
          </p:cNvPr>
          <p:cNvSpPr>
            <a:spLocks noGrp="1"/>
          </p:cNvSpPr>
          <p:nvPr>
            <p:ph type="dt" sz="half" idx="10"/>
          </p:nvPr>
        </p:nvSpPr>
        <p:spPr>
          <a:xfrm>
            <a:off x="838200" y="6356350"/>
            <a:ext cx="2743200" cy="365125"/>
          </a:xfrm>
        </p:spPr>
        <p:txBody>
          <a:bodyPr rtlCol="0"/>
          <a:lstStyle>
            <a:lvl1pPr>
              <a:defRPr>
                <a:solidFill>
                  <a:schemeClr val="accent1"/>
                </a:solidFill>
              </a:defRPr>
            </a:lvl1pPr>
          </a:lstStyle>
          <a:p>
            <a:pPr rtl="0"/>
            <a:r>
              <a:rPr lang="de-DE" noProof="0"/>
              <a:t>22.06.20XX</a:t>
            </a:r>
          </a:p>
        </p:txBody>
      </p:sp>
      <p:sp>
        <p:nvSpPr>
          <p:cNvPr id="30" name="Fußzeilenplatzhalter 3">
            <a:extLst>
              <a:ext uri="{FF2B5EF4-FFF2-40B4-BE49-F238E27FC236}">
                <a16:creationId xmlns:a16="http://schemas.microsoft.com/office/drawing/2014/main" id="{14F47C4C-5E74-433D-AB6E-745852380162}"/>
              </a:ext>
            </a:extLst>
          </p:cNvPr>
          <p:cNvSpPr>
            <a:spLocks noGrp="1"/>
          </p:cNvSpPr>
          <p:nvPr>
            <p:ph type="ftr" sz="quarter" idx="11"/>
          </p:nvPr>
        </p:nvSpPr>
        <p:spPr>
          <a:xfrm>
            <a:off x="4038600" y="6356350"/>
            <a:ext cx="4114800" cy="365125"/>
          </a:xfrm>
        </p:spPr>
        <p:txBody>
          <a:bodyPr rtlCol="0"/>
          <a:lstStyle>
            <a:lvl1pPr>
              <a:defRPr>
                <a:solidFill>
                  <a:schemeClr val="accent1"/>
                </a:solidFill>
              </a:defRPr>
            </a:lvl1pPr>
          </a:lstStyle>
          <a:p>
            <a:pPr rtl="0"/>
            <a:r>
              <a:rPr lang="de-DE" noProof="0"/>
              <a:t>Verkaufspräsentation</a:t>
            </a:r>
          </a:p>
        </p:txBody>
      </p:sp>
      <p:sp>
        <p:nvSpPr>
          <p:cNvPr id="31" name="Foliennummernplatzhalter 4">
            <a:extLst>
              <a:ext uri="{FF2B5EF4-FFF2-40B4-BE49-F238E27FC236}">
                <a16:creationId xmlns:a16="http://schemas.microsoft.com/office/drawing/2014/main" id="{7A9C981C-6AC9-4F33-9E4B-D1117A82331D}"/>
              </a:ext>
            </a:extLst>
          </p:cNvPr>
          <p:cNvSpPr>
            <a:spLocks noGrp="1"/>
          </p:cNvSpPr>
          <p:nvPr>
            <p:ph type="sldNum" sz="quarter" idx="12"/>
          </p:nvPr>
        </p:nvSpPr>
        <p:spPr>
          <a:xfrm>
            <a:off x="8610600" y="6356350"/>
            <a:ext cx="2743200" cy="365125"/>
          </a:xfrm>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Tree>
    <p:extLst>
      <p:ext uri="{BB962C8B-B14F-4D97-AF65-F5344CB8AC3E}">
        <p14:creationId xmlns:p14="http://schemas.microsoft.com/office/powerpoint/2010/main" val="427803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eitachs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lstStyle>
            <a:lvl1pPr algn="ctr">
              <a:defRPr>
                <a:solidFill>
                  <a:schemeClr val="accent3"/>
                </a:solidFill>
              </a:defRPr>
            </a:lvl1pPr>
          </a:lstStyle>
          <a:p>
            <a:pPr rtl="0"/>
            <a:r>
              <a:rPr lang="de-DE" noProof="0"/>
              <a:t>Titelmasterformat durch Klicken bearbeiten</a:t>
            </a:r>
          </a:p>
        </p:txBody>
      </p:sp>
      <p:cxnSp>
        <p:nvCxnSpPr>
          <p:cNvPr id="14" name="Gerader Verbinder 13">
            <a:extLst>
              <a:ext uri="{FF2B5EF4-FFF2-40B4-BE49-F238E27FC236}">
                <a16:creationId xmlns:a16="http://schemas.microsoft.com/office/drawing/2014/main" id="{7A395641-1C03-493E-ACE5-E9354716EF89}"/>
              </a:ext>
            </a:extLst>
          </p:cNvPr>
          <p:cNvCxnSpPr>
            <a:cxnSpLocks/>
          </p:cNvCxnSpPr>
          <p:nvPr userDrawn="1"/>
        </p:nvCxnSpPr>
        <p:spPr>
          <a:xfrm>
            <a:off x="1295400" y="3012972"/>
            <a:ext cx="96012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platzhalter 23">
            <a:extLst>
              <a:ext uri="{FF2B5EF4-FFF2-40B4-BE49-F238E27FC236}">
                <a16:creationId xmlns:a16="http://schemas.microsoft.com/office/drawing/2014/main" id="{D3B699B4-D7C4-43CC-AC50-5547F9C3C69F}"/>
              </a:ext>
            </a:extLst>
          </p:cNvPr>
          <p:cNvSpPr>
            <a:spLocks noGrp="1"/>
          </p:cNvSpPr>
          <p:nvPr>
            <p:ph type="body" sz="quarter" idx="13" hasCustomPrompt="1"/>
          </p:nvPr>
        </p:nvSpPr>
        <p:spPr>
          <a:xfrm>
            <a:off x="838200" y="1463675"/>
            <a:ext cx="10515600" cy="365125"/>
          </a:xfrm>
        </p:spPr>
        <p:txBody>
          <a:bodyPr rtlCol="0"/>
          <a:lstStyle>
            <a:lvl1pPr marL="0" indent="0" algn="ctr">
              <a:buNone/>
              <a:defRPr lang="en-US" sz="2000" kern="1200" dirty="0" smtClean="0">
                <a:solidFill>
                  <a:schemeClr val="accent3"/>
                </a:solidFill>
                <a:latin typeface="+mj-lt"/>
                <a:ea typeface="+mj-ea"/>
                <a:cs typeface="+mj-cs"/>
              </a:defRPr>
            </a:lvl1pPr>
            <a:lvl2pPr>
              <a:defRPr>
                <a:solidFill>
                  <a:schemeClr val="accent3"/>
                </a:solidFill>
              </a:defRPr>
            </a:lvl2pPr>
          </a:lstStyle>
          <a:p>
            <a:pPr lvl="0" rtl="0"/>
            <a:r>
              <a:rPr lang="de-DE" noProof="0"/>
              <a:t>Textmasterformat durch Klicken bearbeiten</a:t>
            </a:r>
          </a:p>
          <a:p>
            <a:pPr lvl="1" rtl="0"/>
            <a:endParaRPr lang="de-DE" noProof="0"/>
          </a:p>
        </p:txBody>
      </p:sp>
      <p:sp>
        <p:nvSpPr>
          <p:cNvPr id="25" name="Textplatzhalter 23">
            <a:extLst>
              <a:ext uri="{FF2B5EF4-FFF2-40B4-BE49-F238E27FC236}">
                <a16:creationId xmlns:a16="http://schemas.microsoft.com/office/drawing/2014/main" id="{7DCCF6F7-DBE5-45B0-9C0D-6E34E9D9AEEE}"/>
              </a:ext>
            </a:extLst>
          </p:cNvPr>
          <p:cNvSpPr>
            <a:spLocks noGrp="1"/>
          </p:cNvSpPr>
          <p:nvPr>
            <p:ph type="body" sz="quarter" idx="14" hasCustomPrompt="1"/>
          </p:nvPr>
        </p:nvSpPr>
        <p:spPr>
          <a:xfrm>
            <a:off x="1276350" y="2647722"/>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Januar</a:t>
            </a:r>
          </a:p>
        </p:txBody>
      </p:sp>
      <p:sp>
        <p:nvSpPr>
          <p:cNvPr id="26" name="Textplatzhalter 23">
            <a:extLst>
              <a:ext uri="{FF2B5EF4-FFF2-40B4-BE49-F238E27FC236}">
                <a16:creationId xmlns:a16="http://schemas.microsoft.com/office/drawing/2014/main" id="{D7EF43C7-231B-47B6-9B8E-A499BF6E79ED}"/>
              </a:ext>
            </a:extLst>
          </p:cNvPr>
          <p:cNvSpPr>
            <a:spLocks noGrp="1"/>
          </p:cNvSpPr>
          <p:nvPr>
            <p:ph type="body" sz="quarter" idx="15" hasCustomPrompt="1"/>
          </p:nvPr>
        </p:nvSpPr>
        <p:spPr>
          <a:xfrm>
            <a:off x="2844927" y="2647722"/>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Februar</a:t>
            </a:r>
          </a:p>
        </p:txBody>
      </p:sp>
      <p:sp>
        <p:nvSpPr>
          <p:cNvPr id="27" name="Textplatzhalter 23">
            <a:extLst>
              <a:ext uri="{FF2B5EF4-FFF2-40B4-BE49-F238E27FC236}">
                <a16:creationId xmlns:a16="http://schemas.microsoft.com/office/drawing/2014/main" id="{1976C642-2512-45C1-AC66-B501FB870F7C}"/>
              </a:ext>
            </a:extLst>
          </p:cNvPr>
          <p:cNvSpPr>
            <a:spLocks noGrp="1"/>
          </p:cNvSpPr>
          <p:nvPr>
            <p:ph type="body" sz="quarter" idx="16" hasCustomPrompt="1"/>
          </p:nvPr>
        </p:nvSpPr>
        <p:spPr>
          <a:xfrm>
            <a:off x="4413504" y="2647722"/>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März</a:t>
            </a:r>
          </a:p>
        </p:txBody>
      </p:sp>
      <p:sp>
        <p:nvSpPr>
          <p:cNvPr id="28" name="Textplatzhalter 23">
            <a:extLst>
              <a:ext uri="{FF2B5EF4-FFF2-40B4-BE49-F238E27FC236}">
                <a16:creationId xmlns:a16="http://schemas.microsoft.com/office/drawing/2014/main" id="{9947EF49-FB58-4C6A-8C0A-D2D680B7A864}"/>
              </a:ext>
            </a:extLst>
          </p:cNvPr>
          <p:cNvSpPr>
            <a:spLocks noGrp="1"/>
          </p:cNvSpPr>
          <p:nvPr>
            <p:ph type="body" sz="quarter" idx="17" hasCustomPrompt="1"/>
          </p:nvPr>
        </p:nvSpPr>
        <p:spPr>
          <a:xfrm>
            <a:off x="5982081" y="2647722"/>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April</a:t>
            </a:r>
          </a:p>
        </p:txBody>
      </p:sp>
      <p:sp>
        <p:nvSpPr>
          <p:cNvPr id="29" name="Textplatzhalter 23">
            <a:extLst>
              <a:ext uri="{FF2B5EF4-FFF2-40B4-BE49-F238E27FC236}">
                <a16:creationId xmlns:a16="http://schemas.microsoft.com/office/drawing/2014/main" id="{9C7C07AF-3FF2-44C6-9D32-B57CEE6E12A2}"/>
              </a:ext>
            </a:extLst>
          </p:cNvPr>
          <p:cNvSpPr>
            <a:spLocks noGrp="1"/>
          </p:cNvSpPr>
          <p:nvPr>
            <p:ph type="body" sz="quarter" idx="18" hasCustomPrompt="1"/>
          </p:nvPr>
        </p:nvSpPr>
        <p:spPr>
          <a:xfrm>
            <a:off x="9130121" y="2647722"/>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Juni</a:t>
            </a:r>
          </a:p>
        </p:txBody>
      </p:sp>
      <p:sp>
        <p:nvSpPr>
          <p:cNvPr id="30" name="Textplatzhalter 23">
            <a:extLst>
              <a:ext uri="{FF2B5EF4-FFF2-40B4-BE49-F238E27FC236}">
                <a16:creationId xmlns:a16="http://schemas.microsoft.com/office/drawing/2014/main" id="{08859D92-084B-4AAC-A35E-9997F82C5093}"/>
              </a:ext>
            </a:extLst>
          </p:cNvPr>
          <p:cNvSpPr>
            <a:spLocks noGrp="1"/>
          </p:cNvSpPr>
          <p:nvPr>
            <p:ph type="body" sz="quarter" idx="19" hasCustomPrompt="1"/>
          </p:nvPr>
        </p:nvSpPr>
        <p:spPr>
          <a:xfrm>
            <a:off x="7550658" y="2647722"/>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Mai</a:t>
            </a:r>
          </a:p>
        </p:txBody>
      </p:sp>
      <p:cxnSp>
        <p:nvCxnSpPr>
          <p:cNvPr id="31" name="Gerader Verbinder 30">
            <a:extLst>
              <a:ext uri="{FF2B5EF4-FFF2-40B4-BE49-F238E27FC236}">
                <a16:creationId xmlns:a16="http://schemas.microsoft.com/office/drawing/2014/main" id="{599D4720-091C-4EB1-BC99-606EB7793472}"/>
              </a:ext>
            </a:extLst>
          </p:cNvPr>
          <p:cNvCxnSpPr>
            <a:cxnSpLocks/>
          </p:cNvCxnSpPr>
          <p:nvPr userDrawn="1"/>
        </p:nvCxnSpPr>
        <p:spPr>
          <a:xfrm>
            <a:off x="1295400" y="5070508"/>
            <a:ext cx="96012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platzhalter 23">
            <a:extLst>
              <a:ext uri="{FF2B5EF4-FFF2-40B4-BE49-F238E27FC236}">
                <a16:creationId xmlns:a16="http://schemas.microsoft.com/office/drawing/2014/main" id="{A88A27CA-6841-483D-BB86-43C77BB6A0CC}"/>
              </a:ext>
            </a:extLst>
          </p:cNvPr>
          <p:cNvSpPr>
            <a:spLocks noGrp="1"/>
          </p:cNvSpPr>
          <p:nvPr>
            <p:ph type="body" sz="quarter" idx="20" hasCustomPrompt="1"/>
          </p:nvPr>
        </p:nvSpPr>
        <p:spPr>
          <a:xfrm>
            <a:off x="1276350" y="4705258"/>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Juli</a:t>
            </a:r>
          </a:p>
        </p:txBody>
      </p:sp>
      <p:sp>
        <p:nvSpPr>
          <p:cNvPr id="33" name="Textplatzhalter 23">
            <a:extLst>
              <a:ext uri="{FF2B5EF4-FFF2-40B4-BE49-F238E27FC236}">
                <a16:creationId xmlns:a16="http://schemas.microsoft.com/office/drawing/2014/main" id="{68ED6D85-DDFA-46B4-BA5A-892D7ED6CBF6}"/>
              </a:ext>
            </a:extLst>
          </p:cNvPr>
          <p:cNvSpPr>
            <a:spLocks noGrp="1"/>
          </p:cNvSpPr>
          <p:nvPr>
            <p:ph type="body" sz="quarter" idx="21" hasCustomPrompt="1"/>
          </p:nvPr>
        </p:nvSpPr>
        <p:spPr>
          <a:xfrm>
            <a:off x="2844927" y="4705258"/>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August</a:t>
            </a:r>
          </a:p>
        </p:txBody>
      </p:sp>
      <p:sp>
        <p:nvSpPr>
          <p:cNvPr id="34" name="Textplatzhalter 23">
            <a:extLst>
              <a:ext uri="{FF2B5EF4-FFF2-40B4-BE49-F238E27FC236}">
                <a16:creationId xmlns:a16="http://schemas.microsoft.com/office/drawing/2014/main" id="{D248DAEC-4E3D-4A0E-8EE4-64C5E833720B}"/>
              </a:ext>
            </a:extLst>
          </p:cNvPr>
          <p:cNvSpPr>
            <a:spLocks noGrp="1"/>
          </p:cNvSpPr>
          <p:nvPr>
            <p:ph type="body" sz="quarter" idx="22" hasCustomPrompt="1"/>
          </p:nvPr>
        </p:nvSpPr>
        <p:spPr>
          <a:xfrm>
            <a:off x="4413504" y="4705258"/>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September</a:t>
            </a:r>
          </a:p>
        </p:txBody>
      </p:sp>
      <p:sp>
        <p:nvSpPr>
          <p:cNvPr id="35" name="Textplatzhalter 23">
            <a:extLst>
              <a:ext uri="{FF2B5EF4-FFF2-40B4-BE49-F238E27FC236}">
                <a16:creationId xmlns:a16="http://schemas.microsoft.com/office/drawing/2014/main" id="{BE3E7173-46E0-4647-AF6E-3D3F923D70D1}"/>
              </a:ext>
            </a:extLst>
          </p:cNvPr>
          <p:cNvSpPr>
            <a:spLocks noGrp="1"/>
          </p:cNvSpPr>
          <p:nvPr>
            <p:ph type="body" sz="quarter" idx="23" hasCustomPrompt="1"/>
          </p:nvPr>
        </p:nvSpPr>
        <p:spPr>
          <a:xfrm>
            <a:off x="5982081" y="4705258"/>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Oktober</a:t>
            </a:r>
          </a:p>
        </p:txBody>
      </p:sp>
      <p:sp>
        <p:nvSpPr>
          <p:cNvPr id="36" name="Textplatzhalter 23">
            <a:extLst>
              <a:ext uri="{FF2B5EF4-FFF2-40B4-BE49-F238E27FC236}">
                <a16:creationId xmlns:a16="http://schemas.microsoft.com/office/drawing/2014/main" id="{383EE998-C462-4F32-BF67-164C6CB58F5D}"/>
              </a:ext>
            </a:extLst>
          </p:cNvPr>
          <p:cNvSpPr>
            <a:spLocks noGrp="1"/>
          </p:cNvSpPr>
          <p:nvPr>
            <p:ph type="body" sz="quarter" idx="24" hasCustomPrompt="1"/>
          </p:nvPr>
        </p:nvSpPr>
        <p:spPr>
          <a:xfrm>
            <a:off x="9130121" y="4705258"/>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Dezember</a:t>
            </a:r>
          </a:p>
        </p:txBody>
      </p:sp>
      <p:sp>
        <p:nvSpPr>
          <p:cNvPr id="37" name="Textplatzhalter 23">
            <a:extLst>
              <a:ext uri="{FF2B5EF4-FFF2-40B4-BE49-F238E27FC236}">
                <a16:creationId xmlns:a16="http://schemas.microsoft.com/office/drawing/2014/main" id="{2A189DDD-670F-46A8-8840-E981413F4346}"/>
              </a:ext>
            </a:extLst>
          </p:cNvPr>
          <p:cNvSpPr>
            <a:spLocks noGrp="1"/>
          </p:cNvSpPr>
          <p:nvPr>
            <p:ph type="body" sz="quarter" idx="25" hasCustomPrompt="1"/>
          </p:nvPr>
        </p:nvSpPr>
        <p:spPr>
          <a:xfrm>
            <a:off x="7550658" y="4705258"/>
            <a:ext cx="1725930" cy="365114"/>
          </a:xfrm>
        </p:spPr>
        <p:txBody>
          <a:bodyPr rtlCol="0">
            <a:noAutofit/>
          </a:bodyPr>
          <a:lstStyle>
            <a:lvl1pPr marL="0" indent="0" algn="ctr">
              <a:buNone/>
              <a:defRPr lang="en-US" sz="1400" kern="1200" dirty="0" smtClean="0">
                <a:solidFill>
                  <a:schemeClr val="accent4"/>
                </a:solidFill>
                <a:latin typeface="+mj-lt"/>
                <a:ea typeface="+mj-ea"/>
                <a:cs typeface="+mj-cs"/>
              </a:defRPr>
            </a:lvl1pPr>
          </a:lstStyle>
          <a:p>
            <a:pPr lvl="0" rtl="0"/>
            <a:r>
              <a:rPr lang="de-DE" noProof="0"/>
              <a:t>November</a:t>
            </a:r>
          </a:p>
        </p:txBody>
      </p:sp>
      <p:sp>
        <p:nvSpPr>
          <p:cNvPr id="38" name="Textplatzhalter 10">
            <a:extLst>
              <a:ext uri="{FF2B5EF4-FFF2-40B4-BE49-F238E27FC236}">
                <a16:creationId xmlns:a16="http://schemas.microsoft.com/office/drawing/2014/main" id="{540CE67A-DD2D-46B5-B05E-82306D2FCB02}"/>
              </a:ext>
            </a:extLst>
          </p:cNvPr>
          <p:cNvSpPr>
            <a:spLocks noGrp="1"/>
          </p:cNvSpPr>
          <p:nvPr>
            <p:ph type="body" sz="quarter" idx="34" hasCustomPrompt="1"/>
          </p:nvPr>
        </p:nvSpPr>
        <p:spPr>
          <a:xfrm>
            <a:off x="2618463" y="3119254"/>
            <a:ext cx="2178858"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39" name="Textplatzhalter 10">
            <a:extLst>
              <a:ext uri="{FF2B5EF4-FFF2-40B4-BE49-F238E27FC236}">
                <a16:creationId xmlns:a16="http://schemas.microsoft.com/office/drawing/2014/main" id="{BB6DC8F1-E86C-4CDB-9265-94B50CFEF997}"/>
              </a:ext>
            </a:extLst>
          </p:cNvPr>
          <p:cNvSpPr>
            <a:spLocks noGrp="1"/>
          </p:cNvSpPr>
          <p:nvPr>
            <p:ph type="body" sz="quarter" idx="35" hasCustomPrompt="1"/>
          </p:nvPr>
        </p:nvSpPr>
        <p:spPr>
          <a:xfrm>
            <a:off x="7324194" y="3119254"/>
            <a:ext cx="2178858"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40" name="Textplatzhalter 10">
            <a:extLst>
              <a:ext uri="{FF2B5EF4-FFF2-40B4-BE49-F238E27FC236}">
                <a16:creationId xmlns:a16="http://schemas.microsoft.com/office/drawing/2014/main" id="{75CE6662-3A66-45A1-9FCC-9BBA8BE55B1D}"/>
              </a:ext>
            </a:extLst>
          </p:cNvPr>
          <p:cNvSpPr>
            <a:spLocks noGrp="1"/>
          </p:cNvSpPr>
          <p:nvPr>
            <p:ph type="body" sz="quarter" idx="36" hasCustomPrompt="1"/>
          </p:nvPr>
        </p:nvSpPr>
        <p:spPr>
          <a:xfrm>
            <a:off x="5755617" y="5176789"/>
            <a:ext cx="2178858" cy="1116118"/>
          </a:xfrm>
        </p:spPr>
        <p:txBody>
          <a:bodyPr rtlCol="0">
            <a:normAutofit/>
          </a:bodyPr>
          <a:lstStyle>
            <a:lvl1pPr marL="0" indent="0" algn="ctr">
              <a:lnSpc>
                <a:spcPts val="1700"/>
              </a:lnSpc>
              <a:buNone/>
              <a:defRPr sz="1200">
                <a:solidFill>
                  <a:schemeClr val="accent3"/>
                </a:solidFill>
              </a:defRPr>
            </a:lvl1pPr>
          </a:lstStyle>
          <a:p>
            <a:pPr lvl="0" rtl="0"/>
            <a:r>
              <a:rPr lang="de-DE" noProof="0"/>
              <a:t>Beschreibung zum Aufzählungszeichen</a:t>
            </a:r>
          </a:p>
        </p:txBody>
      </p:sp>
      <p:sp>
        <p:nvSpPr>
          <p:cNvPr id="41" name="Fußzeilenplatzhalter 5">
            <a:extLst>
              <a:ext uri="{FF2B5EF4-FFF2-40B4-BE49-F238E27FC236}">
                <a16:creationId xmlns:a16="http://schemas.microsoft.com/office/drawing/2014/main" id="{89DF173C-4274-4F9C-BC1A-F47863A470FB}"/>
              </a:ext>
            </a:extLst>
          </p:cNvPr>
          <p:cNvSpPr>
            <a:spLocks noGrp="1"/>
          </p:cNvSpPr>
          <p:nvPr>
            <p:ph type="ftr" sz="quarter" idx="10"/>
          </p:nvPr>
        </p:nvSpPr>
        <p:spPr>
          <a:xfrm>
            <a:off x="4038600" y="6356350"/>
            <a:ext cx="4114800" cy="365125"/>
          </a:xfrm>
        </p:spPr>
        <p:txBody>
          <a:bodyPr rtlCol="0"/>
          <a:lstStyle>
            <a:lvl1pPr>
              <a:defRPr>
                <a:solidFill>
                  <a:schemeClr val="accent3">
                    <a:lumMod val="60000"/>
                    <a:lumOff val="40000"/>
                  </a:schemeClr>
                </a:solidFill>
              </a:defRPr>
            </a:lvl1pPr>
          </a:lstStyle>
          <a:p>
            <a:pPr rtl="0"/>
            <a:r>
              <a:rPr lang="de-DE" noProof="0"/>
              <a:t>Verkaufspräsentation</a:t>
            </a:r>
          </a:p>
        </p:txBody>
      </p:sp>
      <p:sp>
        <p:nvSpPr>
          <p:cNvPr id="42" name="Foliennummernplatzhalter 6">
            <a:extLst>
              <a:ext uri="{FF2B5EF4-FFF2-40B4-BE49-F238E27FC236}">
                <a16:creationId xmlns:a16="http://schemas.microsoft.com/office/drawing/2014/main" id="{5BE446B2-5954-4D98-A1D5-7BD2F202DA5A}"/>
              </a:ext>
            </a:extLst>
          </p:cNvPr>
          <p:cNvSpPr>
            <a:spLocks noGrp="1"/>
          </p:cNvSpPr>
          <p:nvPr>
            <p:ph type="sldNum" sz="quarter" idx="11"/>
          </p:nvPr>
        </p:nvSpPr>
        <p:spPr>
          <a:xfrm>
            <a:off x="8610600" y="6356350"/>
            <a:ext cx="2743200" cy="365125"/>
          </a:xfrm>
        </p:spPr>
        <p:txBody>
          <a:bodyPr rtlCol="0"/>
          <a:lstStyle>
            <a:lvl1pPr>
              <a:defRPr>
                <a:solidFill>
                  <a:schemeClr val="accent3">
                    <a:lumMod val="60000"/>
                    <a:lumOff val="40000"/>
                  </a:schemeClr>
                </a:solidFill>
              </a:defRPr>
            </a:lvl1pPr>
          </a:lstStyle>
          <a:p>
            <a:pPr rtl="0"/>
            <a:fld id="{19B51A1E-902D-48AF-9020-955120F399B6}" type="slidenum">
              <a:rPr lang="de-DE" noProof="0" smtClean="0"/>
              <a:pPr/>
              <a:t>‹Nr.›</a:t>
            </a:fld>
            <a:endParaRPr lang="de-DE" noProof="0"/>
          </a:p>
        </p:txBody>
      </p:sp>
      <p:sp>
        <p:nvSpPr>
          <p:cNvPr id="43" name="Datumsplatzhalter 3">
            <a:extLst>
              <a:ext uri="{FF2B5EF4-FFF2-40B4-BE49-F238E27FC236}">
                <a16:creationId xmlns:a16="http://schemas.microsoft.com/office/drawing/2014/main" id="{4D7E30F2-3820-4445-A623-44B83424C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pPr rtl="0"/>
            <a:r>
              <a:rPr lang="de-DE" noProof="0"/>
              <a:t>22.06.20XX</a:t>
            </a:r>
          </a:p>
        </p:txBody>
      </p:sp>
    </p:spTree>
    <p:extLst>
      <p:ext uri="{BB962C8B-B14F-4D97-AF65-F5344CB8AC3E}">
        <p14:creationId xmlns:p14="http://schemas.microsoft.com/office/powerpoint/2010/main" val="2852723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mit Titeln">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lstStyle>
            <a:lvl1pPr>
              <a:defRPr>
                <a:solidFill>
                  <a:schemeClr val="accent3"/>
                </a:solidFill>
              </a:defRPr>
            </a:lvl1pPr>
          </a:lstStyle>
          <a:p>
            <a:pPr rtl="0"/>
            <a:r>
              <a:rPr lang="de-DE" noProof="0"/>
              <a:t>Titelmasterformat durch Klicken bearbeiten</a:t>
            </a:r>
          </a:p>
        </p:txBody>
      </p:sp>
      <p:sp>
        <p:nvSpPr>
          <p:cNvPr id="7" name="Inhaltsplatzhalter 2">
            <a:extLst>
              <a:ext uri="{FF2B5EF4-FFF2-40B4-BE49-F238E27FC236}">
                <a16:creationId xmlns:a16="http://schemas.microsoft.com/office/drawing/2014/main" id="{F7FFB265-53A1-4F4A-93D5-B32472F0BE79}"/>
              </a:ext>
            </a:extLst>
          </p:cNvPr>
          <p:cNvSpPr>
            <a:spLocks noGrp="1"/>
          </p:cNvSpPr>
          <p:nvPr>
            <p:ph sz="half" idx="1" hasCustomPrompt="1"/>
          </p:nvPr>
        </p:nvSpPr>
        <p:spPr>
          <a:xfrm>
            <a:off x="838200" y="2857499"/>
            <a:ext cx="5905500" cy="3319463"/>
          </a:xfrm>
        </p:spPr>
        <p:txBody>
          <a:bodyPr rtlCol="0"/>
          <a:lstStyle>
            <a:lvl1pPr>
              <a:lnSpc>
                <a:spcPct val="100000"/>
              </a:lnSpc>
              <a:defRPr>
                <a:solidFill>
                  <a:schemeClr val="accent3"/>
                </a:solidFill>
              </a:defRPr>
            </a:lvl1pPr>
            <a:lvl2pPr>
              <a:lnSpc>
                <a:spcPct val="100000"/>
              </a:lnSpc>
              <a:defRPr>
                <a:solidFill>
                  <a:schemeClr val="accent3"/>
                </a:solidFill>
              </a:defRPr>
            </a:lvl2pPr>
            <a:lvl3pPr>
              <a:lnSpc>
                <a:spcPct val="100000"/>
              </a:lnSpc>
              <a:defRPr>
                <a:solidFill>
                  <a:schemeClr val="accent3"/>
                </a:solidFill>
              </a:defRPr>
            </a:lvl3pPr>
            <a:lvl4pPr>
              <a:lnSpc>
                <a:spcPct val="100000"/>
              </a:lnSpc>
              <a:defRPr>
                <a:solidFill>
                  <a:schemeClr val="accent3"/>
                </a:solidFill>
              </a:defRPr>
            </a:lvl4pPr>
            <a:lvl5pPr>
              <a:lnSpc>
                <a:spcPct val="100000"/>
              </a:lnSpc>
              <a:defRPr>
                <a:solidFill>
                  <a:schemeClr val="accent3"/>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8" name="Inhaltsplatzhalter 3">
            <a:extLst>
              <a:ext uri="{FF2B5EF4-FFF2-40B4-BE49-F238E27FC236}">
                <a16:creationId xmlns:a16="http://schemas.microsoft.com/office/drawing/2014/main" id="{A1E4F1F9-8369-4C88-9B00-48ACF4934A06}"/>
              </a:ext>
            </a:extLst>
          </p:cNvPr>
          <p:cNvSpPr>
            <a:spLocks noGrp="1"/>
          </p:cNvSpPr>
          <p:nvPr>
            <p:ph sz="half" idx="2" hasCustomPrompt="1"/>
          </p:nvPr>
        </p:nvSpPr>
        <p:spPr>
          <a:xfrm>
            <a:off x="7239000" y="2857499"/>
            <a:ext cx="4114800" cy="3319463"/>
          </a:xfrm>
        </p:spPr>
        <p:txBody>
          <a:bodyPr rtlCol="0"/>
          <a:lstStyle>
            <a:lvl1pPr>
              <a:lnSpc>
                <a:spcPct val="100000"/>
              </a:lnSpc>
              <a:defRPr>
                <a:solidFill>
                  <a:schemeClr val="accent3"/>
                </a:solidFill>
              </a:defRPr>
            </a:lvl1pPr>
            <a:lvl2pPr>
              <a:lnSpc>
                <a:spcPct val="100000"/>
              </a:lnSpc>
              <a:defRPr>
                <a:solidFill>
                  <a:schemeClr val="accent3"/>
                </a:solidFill>
              </a:defRPr>
            </a:lvl2pPr>
            <a:lvl3pPr>
              <a:lnSpc>
                <a:spcPct val="100000"/>
              </a:lnSpc>
              <a:defRPr>
                <a:solidFill>
                  <a:schemeClr val="accent3"/>
                </a:solidFill>
              </a:defRPr>
            </a:lvl3pPr>
            <a:lvl4pPr>
              <a:lnSpc>
                <a:spcPct val="100000"/>
              </a:lnSpc>
              <a:defRPr>
                <a:solidFill>
                  <a:schemeClr val="accent3"/>
                </a:solidFill>
              </a:defRPr>
            </a:lvl4pPr>
            <a:lvl5pPr>
              <a:lnSpc>
                <a:spcPct val="100000"/>
              </a:lnSpc>
              <a:defRPr>
                <a:solidFill>
                  <a:schemeClr val="accent3"/>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9" name="Textplatzhalter 8">
            <a:extLst>
              <a:ext uri="{FF2B5EF4-FFF2-40B4-BE49-F238E27FC236}">
                <a16:creationId xmlns:a16="http://schemas.microsoft.com/office/drawing/2014/main" id="{0C593D2C-0F56-450C-86CD-A019ADD077E7}"/>
              </a:ext>
            </a:extLst>
          </p:cNvPr>
          <p:cNvSpPr>
            <a:spLocks noGrp="1"/>
          </p:cNvSpPr>
          <p:nvPr>
            <p:ph type="body" sz="quarter" idx="13" hasCustomPrompt="1"/>
          </p:nvPr>
        </p:nvSpPr>
        <p:spPr>
          <a:xfrm>
            <a:off x="838200" y="2273300"/>
            <a:ext cx="5905500" cy="584199"/>
          </a:xfrm>
        </p:spPr>
        <p:txBody>
          <a:bodyPr rtlCol="0">
            <a:normAutofit/>
          </a:bodyPr>
          <a:lstStyle>
            <a:lvl1pPr marL="0" indent="0">
              <a:buNone/>
              <a:defRPr sz="2000" spc="0" baseline="0">
                <a:solidFill>
                  <a:schemeClr val="accent3"/>
                </a:solidFill>
                <a:latin typeface="+mj-lt"/>
              </a:defRPr>
            </a:lvl1pPr>
          </a:lstStyle>
          <a:p>
            <a:pPr lvl="0" rtl="0"/>
            <a:r>
              <a:rPr lang="de-DE" noProof="0"/>
              <a:t>Textmasterformat durch Klicken bearbeiten</a:t>
            </a:r>
          </a:p>
        </p:txBody>
      </p:sp>
      <p:sp>
        <p:nvSpPr>
          <p:cNvPr id="10" name="Textplatzhalter 8">
            <a:extLst>
              <a:ext uri="{FF2B5EF4-FFF2-40B4-BE49-F238E27FC236}">
                <a16:creationId xmlns:a16="http://schemas.microsoft.com/office/drawing/2014/main" id="{312AF4CF-A37C-4010-9731-C33A8197CFF3}"/>
              </a:ext>
            </a:extLst>
          </p:cNvPr>
          <p:cNvSpPr>
            <a:spLocks noGrp="1"/>
          </p:cNvSpPr>
          <p:nvPr>
            <p:ph type="body" sz="quarter" idx="14" hasCustomPrompt="1"/>
          </p:nvPr>
        </p:nvSpPr>
        <p:spPr>
          <a:xfrm>
            <a:off x="7239000" y="2273300"/>
            <a:ext cx="4114800" cy="584199"/>
          </a:xfrm>
        </p:spPr>
        <p:txBody>
          <a:bodyPr rtlCol="0">
            <a:normAutofit/>
          </a:bodyPr>
          <a:lstStyle>
            <a:lvl1pPr marL="0" indent="0">
              <a:buNone/>
              <a:defRPr sz="2000" spc="0" baseline="0">
                <a:solidFill>
                  <a:schemeClr val="accent3"/>
                </a:solidFill>
                <a:latin typeface="+mj-lt"/>
              </a:defRPr>
            </a:lvl1pPr>
          </a:lstStyle>
          <a:p>
            <a:pPr lvl="0" rtl="0"/>
            <a:r>
              <a:rPr lang="de-DE" noProof="0"/>
              <a:t>Textmasterformat durch Klicken bearbeiten</a:t>
            </a:r>
          </a:p>
        </p:txBody>
      </p:sp>
      <p:pic>
        <p:nvPicPr>
          <p:cNvPr id="12" name="Bild 11" descr="Ein Bild im Freien mit Himmel, Natur, Dünen.&#10;&#10;Automatisch generierte Beschreibung.">
            <a:extLst>
              <a:ext uri="{FF2B5EF4-FFF2-40B4-BE49-F238E27FC236}">
                <a16:creationId xmlns:a16="http://schemas.microsoft.com/office/drawing/2014/main" id="{8CD853FB-B552-43EE-A55D-E13ADC8B671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14" name="Bild 13" descr="Ein Bild im Freien mit Himmel, Natur, Dünen.&#10;&#10;Automatisch generierte Beschreibung.">
            <a:extLst>
              <a:ext uri="{FF2B5EF4-FFF2-40B4-BE49-F238E27FC236}">
                <a16:creationId xmlns:a16="http://schemas.microsoft.com/office/drawing/2014/main" id="{C95FC6BE-3777-46FA-A4A2-6C667016B81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15" name="Textplatzhalter 23">
            <a:extLst>
              <a:ext uri="{FF2B5EF4-FFF2-40B4-BE49-F238E27FC236}">
                <a16:creationId xmlns:a16="http://schemas.microsoft.com/office/drawing/2014/main" id="{DD19217A-B411-49D0-84C7-16BA3F21FE2E}"/>
              </a:ext>
            </a:extLst>
          </p:cNvPr>
          <p:cNvSpPr>
            <a:spLocks noGrp="1"/>
          </p:cNvSpPr>
          <p:nvPr>
            <p:ph type="body" sz="quarter" idx="15" hasCustomPrompt="1"/>
          </p:nvPr>
        </p:nvSpPr>
        <p:spPr>
          <a:xfrm>
            <a:off x="838200" y="1463675"/>
            <a:ext cx="10515600" cy="365125"/>
          </a:xfrm>
        </p:spPr>
        <p:txBody>
          <a:bodyPr rtlCol="0"/>
          <a:lstStyle>
            <a:lvl1pPr marL="0" indent="0" algn="l">
              <a:buNone/>
              <a:defRPr lang="en-US" sz="2000" kern="1200" dirty="0" smtClean="0">
                <a:solidFill>
                  <a:schemeClr val="accent3"/>
                </a:solidFill>
                <a:latin typeface="+mj-lt"/>
                <a:ea typeface="+mj-ea"/>
                <a:cs typeface="+mj-cs"/>
              </a:defRPr>
            </a:lvl1pPr>
            <a:lvl2pPr algn="l">
              <a:defRPr>
                <a:solidFill>
                  <a:schemeClr val="accent3"/>
                </a:solidFill>
              </a:defRPr>
            </a:lvl2pPr>
          </a:lstStyle>
          <a:p>
            <a:pPr lvl="0" rtl="0"/>
            <a:r>
              <a:rPr lang="de-DE" noProof="0"/>
              <a:t>Textmasterformat durch Klicken bearbeiten</a:t>
            </a:r>
          </a:p>
          <a:p>
            <a:pPr lvl="1" rtl="0"/>
            <a:endParaRPr lang="de-DE" noProof="0"/>
          </a:p>
        </p:txBody>
      </p:sp>
      <p:sp>
        <p:nvSpPr>
          <p:cNvPr id="16" name="Fußzeilenplatzhalter 5">
            <a:extLst>
              <a:ext uri="{FF2B5EF4-FFF2-40B4-BE49-F238E27FC236}">
                <a16:creationId xmlns:a16="http://schemas.microsoft.com/office/drawing/2014/main" id="{EA82BD0B-4BD1-40BF-865D-C6A32C64067A}"/>
              </a:ext>
            </a:extLst>
          </p:cNvPr>
          <p:cNvSpPr>
            <a:spLocks noGrp="1"/>
          </p:cNvSpPr>
          <p:nvPr>
            <p:ph type="ftr" sz="quarter" idx="10"/>
          </p:nvPr>
        </p:nvSpPr>
        <p:spPr>
          <a:xfrm>
            <a:off x="4038600" y="6356350"/>
            <a:ext cx="4114800" cy="365125"/>
          </a:xfrm>
        </p:spPr>
        <p:txBody>
          <a:bodyPr rtlCol="0"/>
          <a:lstStyle>
            <a:lvl1pPr>
              <a:defRPr>
                <a:solidFill>
                  <a:schemeClr val="accent3">
                    <a:lumMod val="60000"/>
                    <a:lumOff val="40000"/>
                  </a:schemeClr>
                </a:solidFill>
              </a:defRPr>
            </a:lvl1pPr>
          </a:lstStyle>
          <a:p>
            <a:pPr rtl="0"/>
            <a:r>
              <a:rPr lang="de-DE" noProof="0"/>
              <a:t>Verkaufspräsentation</a:t>
            </a:r>
          </a:p>
        </p:txBody>
      </p:sp>
      <p:sp>
        <p:nvSpPr>
          <p:cNvPr id="17" name="Foliennummernplatzhalter 6">
            <a:extLst>
              <a:ext uri="{FF2B5EF4-FFF2-40B4-BE49-F238E27FC236}">
                <a16:creationId xmlns:a16="http://schemas.microsoft.com/office/drawing/2014/main" id="{C34C6F6C-1D22-4E30-BC57-12F1408D70AE}"/>
              </a:ext>
            </a:extLst>
          </p:cNvPr>
          <p:cNvSpPr>
            <a:spLocks noGrp="1"/>
          </p:cNvSpPr>
          <p:nvPr>
            <p:ph type="sldNum" sz="quarter" idx="11"/>
          </p:nvPr>
        </p:nvSpPr>
        <p:spPr>
          <a:xfrm>
            <a:off x="8610600" y="6356350"/>
            <a:ext cx="2743200" cy="365125"/>
          </a:xfrm>
        </p:spPr>
        <p:txBody>
          <a:bodyPr rtlCol="0"/>
          <a:lstStyle>
            <a:lvl1pPr>
              <a:defRPr>
                <a:solidFill>
                  <a:schemeClr val="accent3">
                    <a:lumMod val="60000"/>
                    <a:lumOff val="40000"/>
                  </a:schemeClr>
                </a:solidFill>
              </a:defRPr>
            </a:lvl1pPr>
          </a:lstStyle>
          <a:p>
            <a:pPr rtl="0"/>
            <a:fld id="{19B51A1E-902D-48AF-9020-955120F399B6}" type="slidenum">
              <a:rPr lang="de-DE" noProof="0" smtClean="0"/>
              <a:pPr/>
              <a:t>‹Nr.›</a:t>
            </a:fld>
            <a:endParaRPr lang="de-DE" noProof="0"/>
          </a:p>
        </p:txBody>
      </p:sp>
      <p:sp>
        <p:nvSpPr>
          <p:cNvPr id="18" name="Datumsplatzhalter 3">
            <a:extLst>
              <a:ext uri="{FF2B5EF4-FFF2-40B4-BE49-F238E27FC236}">
                <a16:creationId xmlns:a16="http://schemas.microsoft.com/office/drawing/2014/main" id="{94B53078-6930-4337-8412-A0228A7BEF3D}"/>
              </a:ext>
            </a:extLst>
          </p:cNvPr>
          <p:cNvSpPr>
            <a:spLocks noGrp="1"/>
          </p:cNvSpPr>
          <p:nvPr>
            <p:ph type="dt" sz="half" idx="16"/>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pPr rtl="0"/>
            <a:r>
              <a:rPr lang="de-DE" noProof="0"/>
              <a:t>22.06.20XX</a:t>
            </a:r>
          </a:p>
        </p:txBody>
      </p:sp>
    </p:spTree>
    <p:extLst>
      <p:ext uri="{BB962C8B-B14F-4D97-AF65-F5344CB8AC3E}">
        <p14:creationId xmlns:p14="http://schemas.microsoft.com/office/powerpoint/2010/main" val="2019585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eitachse 2">
    <p:bg>
      <p:bgPr>
        <a:solidFill>
          <a:schemeClr val="accent1"/>
        </a:solidFill>
        <a:effectLst/>
      </p:bgPr>
    </p:bg>
    <p:spTree>
      <p:nvGrpSpPr>
        <p:cNvPr id="1" name=""/>
        <p:cNvGrpSpPr/>
        <p:nvPr/>
      </p:nvGrpSpPr>
      <p:grpSpPr>
        <a:xfrm>
          <a:off x="0" y="0"/>
          <a:ext cx="0" cy="0"/>
          <a:chOff x="0" y="0"/>
          <a:chExt cx="0" cy="0"/>
        </a:xfrm>
      </p:grpSpPr>
      <p:pic>
        <p:nvPicPr>
          <p:cNvPr id="35" name="Bild 34" descr="Ein Bild im Freien mit Himmel, Natur, Dünen.&#10;&#10;Automatisch generierte Beschreibung.">
            <a:extLst>
              <a:ext uri="{FF2B5EF4-FFF2-40B4-BE49-F238E27FC236}">
                <a16:creationId xmlns:a16="http://schemas.microsoft.com/office/drawing/2014/main" id="{B184911A-D23E-4AE4-AA9D-D9351F3961D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29640" y="3995381"/>
            <a:ext cx="10332720" cy="122320"/>
          </a:xfrm>
          <a:prstGeom prst="rect">
            <a:avLst/>
          </a:prstGeom>
        </p:spPr>
      </p:pic>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lstStyle>
            <a:lvl1pPr>
              <a:defRPr>
                <a:solidFill>
                  <a:schemeClr val="accent3"/>
                </a:solidFill>
              </a:defRPr>
            </a:lvl1pPr>
          </a:lstStyle>
          <a:p>
            <a:pPr rtl="0"/>
            <a:r>
              <a:rPr lang="de-DE" noProof="0"/>
              <a:t>Titelmasterformat durch Klicken bearbeiten</a:t>
            </a:r>
          </a:p>
        </p:txBody>
      </p:sp>
      <p:sp>
        <p:nvSpPr>
          <p:cNvPr id="3" name="Datumsplatzhalter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lvl1pPr>
              <a:defRPr>
                <a:solidFill>
                  <a:schemeClr val="accent3">
                    <a:lumMod val="60000"/>
                    <a:lumOff val="40000"/>
                  </a:schemeClr>
                </a:solidFill>
              </a:defRPr>
            </a:lvl1pPr>
          </a:lstStyle>
          <a:p>
            <a:pPr rtl="0"/>
            <a:r>
              <a:rPr lang="de-DE" noProof="0"/>
              <a:t>22.06.20XX</a:t>
            </a:r>
          </a:p>
        </p:txBody>
      </p:sp>
      <p:sp>
        <p:nvSpPr>
          <p:cNvPr id="4" name="Fußzeilenplatzhalt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lvl1pPr>
              <a:defRPr>
                <a:solidFill>
                  <a:schemeClr val="accent3">
                    <a:lumMod val="60000"/>
                    <a:lumOff val="40000"/>
                  </a:schemeClr>
                </a:solidFill>
              </a:defRPr>
            </a:lvl1pPr>
          </a:lstStyle>
          <a:p>
            <a:pPr rtl="0"/>
            <a:r>
              <a:rPr lang="de-DE" noProof="0"/>
              <a:t>Verkaufspräsentation</a:t>
            </a:r>
          </a:p>
        </p:txBody>
      </p:sp>
      <p:sp>
        <p:nvSpPr>
          <p:cNvPr id="5" name="Foliennummernplatzhalt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lvl1pPr>
              <a:defRPr>
                <a:solidFill>
                  <a:schemeClr val="accent3">
                    <a:lumMod val="60000"/>
                    <a:lumOff val="40000"/>
                  </a:schemeClr>
                </a:solidFill>
              </a:defRPr>
            </a:lvl1pPr>
          </a:lstStyle>
          <a:p>
            <a:pPr rtl="0"/>
            <a:fld id="{B5CEABB6-07DC-46E8-9B57-56EC44A396E5}" type="slidenum">
              <a:rPr lang="de-DE" noProof="0" smtClean="0"/>
              <a:pPr/>
              <a:t>‹Nr.›</a:t>
            </a:fld>
            <a:endParaRPr lang="de-DE" noProof="0"/>
          </a:p>
        </p:txBody>
      </p:sp>
      <p:sp>
        <p:nvSpPr>
          <p:cNvPr id="7" name="Textplatzhalter 10">
            <a:extLst>
              <a:ext uri="{FF2B5EF4-FFF2-40B4-BE49-F238E27FC236}">
                <a16:creationId xmlns:a16="http://schemas.microsoft.com/office/drawing/2014/main" id="{FB058FB8-1105-4C4A-BC46-FC5263C51B4C}"/>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accent3"/>
                </a:solidFill>
                <a:latin typeface="+mj-lt"/>
              </a:defRPr>
            </a:lvl1pPr>
          </a:lstStyle>
          <a:p>
            <a:pPr lvl="0" rtl="0"/>
            <a:r>
              <a:rPr lang="de-DE" noProof="0"/>
              <a:t>Jahr</a:t>
            </a:r>
          </a:p>
        </p:txBody>
      </p:sp>
      <p:sp>
        <p:nvSpPr>
          <p:cNvPr id="8" name="Textplatzhalter 10">
            <a:extLst>
              <a:ext uri="{FF2B5EF4-FFF2-40B4-BE49-F238E27FC236}">
                <a16:creationId xmlns:a16="http://schemas.microsoft.com/office/drawing/2014/main" id="{0F15AF40-266A-4348-9B27-CBABA9E3D92A}"/>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9" name="Textplatzhalter 10">
            <a:extLst>
              <a:ext uri="{FF2B5EF4-FFF2-40B4-BE49-F238E27FC236}">
                <a16:creationId xmlns:a16="http://schemas.microsoft.com/office/drawing/2014/main" id="{ECD58177-9C19-4D24-9FFF-58EECDE7657F}"/>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0" name="Textplatzhalter 10">
            <a:extLst>
              <a:ext uri="{FF2B5EF4-FFF2-40B4-BE49-F238E27FC236}">
                <a16:creationId xmlns:a16="http://schemas.microsoft.com/office/drawing/2014/main" id="{ABE7486E-0AF8-4124-830C-420FA1F92BBB}"/>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1" name="Textplatzhalter 10">
            <a:extLst>
              <a:ext uri="{FF2B5EF4-FFF2-40B4-BE49-F238E27FC236}">
                <a16:creationId xmlns:a16="http://schemas.microsoft.com/office/drawing/2014/main" id="{F64A74A1-7AA0-4CCA-91E2-173B9CC7AFDC}"/>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2" name="Textplatzhalter 10">
            <a:extLst>
              <a:ext uri="{FF2B5EF4-FFF2-40B4-BE49-F238E27FC236}">
                <a16:creationId xmlns:a16="http://schemas.microsoft.com/office/drawing/2014/main" id="{128FF9BA-B29D-439F-A4A3-BFE6BC8B45C3}"/>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accent3"/>
                </a:solidFill>
                <a:latin typeface="+mj-lt"/>
              </a:defRPr>
            </a:lvl1pPr>
          </a:lstStyle>
          <a:p>
            <a:pPr lvl="0" rtl="0"/>
            <a:r>
              <a:rPr lang="de-DE" noProof="0"/>
              <a:t>Jahr</a:t>
            </a:r>
          </a:p>
        </p:txBody>
      </p:sp>
      <p:sp>
        <p:nvSpPr>
          <p:cNvPr id="13" name="Textplatzhalter 10">
            <a:extLst>
              <a:ext uri="{FF2B5EF4-FFF2-40B4-BE49-F238E27FC236}">
                <a16:creationId xmlns:a16="http://schemas.microsoft.com/office/drawing/2014/main" id="{671CD701-6647-40A3-B851-9CA1C8D3566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4" name="Textplatzhalter 10">
            <a:extLst>
              <a:ext uri="{FF2B5EF4-FFF2-40B4-BE49-F238E27FC236}">
                <a16:creationId xmlns:a16="http://schemas.microsoft.com/office/drawing/2014/main" id="{B6A8BFC1-7FA0-4CAA-97FD-9A01BA00D2D5}"/>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5" name="Textplatzhalter 10">
            <a:extLst>
              <a:ext uri="{FF2B5EF4-FFF2-40B4-BE49-F238E27FC236}">
                <a16:creationId xmlns:a16="http://schemas.microsoft.com/office/drawing/2014/main" id="{ED0C2842-0D4E-486C-A993-1D0D75D49433}"/>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6" name="Textplatzhalter 10">
            <a:extLst>
              <a:ext uri="{FF2B5EF4-FFF2-40B4-BE49-F238E27FC236}">
                <a16:creationId xmlns:a16="http://schemas.microsoft.com/office/drawing/2014/main" id="{A59B4F0E-8F16-42CC-8346-A00DADA20ED9}"/>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7" name="Textplatzhalter 10">
            <a:extLst>
              <a:ext uri="{FF2B5EF4-FFF2-40B4-BE49-F238E27FC236}">
                <a16:creationId xmlns:a16="http://schemas.microsoft.com/office/drawing/2014/main" id="{99D7695C-A738-4500-B476-95B5729911DC}"/>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8" name="Textplatzhalter 10">
            <a:extLst>
              <a:ext uri="{FF2B5EF4-FFF2-40B4-BE49-F238E27FC236}">
                <a16:creationId xmlns:a16="http://schemas.microsoft.com/office/drawing/2014/main" id="{B3B984CB-A282-404B-8B4C-8FEE071EB279}"/>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19" name="Textplatzhalter 10">
            <a:extLst>
              <a:ext uri="{FF2B5EF4-FFF2-40B4-BE49-F238E27FC236}">
                <a16:creationId xmlns:a16="http://schemas.microsoft.com/office/drawing/2014/main" id="{5F337119-92E1-4057-81DB-A0B6F5747A38}"/>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0" name="Textplatzhalter 10">
            <a:extLst>
              <a:ext uri="{FF2B5EF4-FFF2-40B4-BE49-F238E27FC236}">
                <a16:creationId xmlns:a16="http://schemas.microsoft.com/office/drawing/2014/main" id="{688EEFA1-753B-4733-8686-F3A10A131B81}"/>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1" name="Textplatzhalter 10">
            <a:extLst>
              <a:ext uri="{FF2B5EF4-FFF2-40B4-BE49-F238E27FC236}">
                <a16:creationId xmlns:a16="http://schemas.microsoft.com/office/drawing/2014/main" id="{C7B05348-942A-4131-9A3F-479F3F9A9A87}"/>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2" name="Textplatzhalter 10">
            <a:extLst>
              <a:ext uri="{FF2B5EF4-FFF2-40B4-BE49-F238E27FC236}">
                <a16:creationId xmlns:a16="http://schemas.microsoft.com/office/drawing/2014/main" id="{B3C00ACD-1C1A-4069-B8CB-DB8CA8A0B80F}"/>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3" name="Textplatzhalter 10">
            <a:extLst>
              <a:ext uri="{FF2B5EF4-FFF2-40B4-BE49-F238E27FC236}">
                <a16:creationId xmlns:a16="http://schemas.microsoft.com/office/drawing/2014/main" id="{CA74A790-DCD1-46EB-8261-607BEF403CCF}"/>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4" name="Textplatzhalter 10">
            <a:extLst>
              <a:ext uri="{FF2B5EF4-FFF2-40B4-BE49-F238E27FC236}">
                <a16:creationId xmlns:a16="http://schemas.microsoft.com/office/drawing/2014/main" id="{17825B37-7E7B-4D73-967B-AA07F007C074}"/>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5" name="Textplatzhalter 10">
            <a:extLst>
              <a:ext uri="{FF2B5EF4-FFF2-40B4-BE49-F238E27FC236}">
                <a16:creationId xmlns:a16="http://schemas.microsoft.com/office/drawing/2014/main" id="{DA6EB697-D6DD-4343-BAC9-49514C5D518A}"/>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6" name="Textplatzhalter 10">
            <a:extLst>
              <a:ext uri="{FF2B5EF4-FFF2-40B4-BE49-F238E27FC236}">
                <a16:creationId xmlns:a16="http://schemas.microsoft.com/office/drawing/2014/main" id="{9E70367E-C969-4F8A-AC6F-5E7AC2C0BC59}"/>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7" name="Textplatzhalter 10">
            <a:extLst>
              <a:ext uri="{FF2B5EF4-FFF2-40B4-BE49-F238E27FC236}">
                <a16:creationId xmlns:a16="http://schemas.microsoft.com/office/drawing/2014/main" id="{30575E90-7198-47A0-805F-3162B2386DC9}"/>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8" name="Textplatzhalter 10">
            <a:extLst>
              <a:ext uri="{FF2B5EF4-FFF2-40B4-BE49-F238E27FC236}">
                <a16:creationId xmlns:a16="http://schemas.microsoft.com/office/drawing/2014/main" id="{3ED2274A-F2D9-4427-99BF-1D78414DBCD1}"/>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29" name="Textplatzhalter 10">
            <a:extLst>
              <a:ext uri="{FF2B5EF4-FFF2-40B4-BE49-F238E27FC236}">
                <a16:creationId xmlns:a16="http://schemas.microsoft.com/office/drawing/2014/main" id="{231D0A8C-CD54-4D10-A8F5-97CF139C25DF}"/>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30" name="Textplatzhalter 10">
            <a:extLst>
              <a:ext uri="{FF2B5EF4-FFF2-40B4-BE49-F238E27FC236}">
                <a16:creationId xmlns:a16="http://schemas.microsoft.com/office/drawing/2014/main" id="{AFC15A55-7462-4E94-8DA3-5549FE7AAC87}"/>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31" name="Textplatzhalter 10">
            <a:extLst>
              <a:ext uri="{FF2B5EF4-FFF2-40B4-BE49-F238E27FC236}">
                <a16:creationId xmlns:a16="http://schemas.microsoft.com/office/drawing/2014/main" id="{4D808E3A-2D47-4508-B487-97E7B840A17C}"/>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
        <p:nvSpPr>
          <p:cNvPr id="32" name="Textplatzhalter 10">
            <a:extLst>
              <a:ext uri="{FF2B5EF4-FFF2-40B4-BE49-F238E27FC236}">
                <a16:creationId xmlns:a16="http://schemas.microsoft.com/office/drawing/2014/main" id="{2B7FEF61-4C66-42E8-81B2-CB838535F7E5}"/>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accent3"/>
                </a:solidFill>
              </a:defRPr>
            </a:lvl1pPr>
          </a:lstStyle>
          <a:p>
            <a:pPr lvl="0" rtl="0"/>
            <a:r>
              <a:rPr lang="de-DE" noProof="0"/>
              <a:t>Mm</a:t>
            </a:r>
          </a:p>
        </p:txBody>
      </p:sp>
    </p:spTree>
    <p:extLst>
      <p:ext uri="{BB962C8B-B14F-4D97-AF65-F5344CB8AC3E}">
        <p14:creationId xmlns:p14="http://schemas.microsoft.com/office/powerpoint/2010/main" val="2254080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 und Diagramm">
    <p:spTree>
      <p:nvGrpSpPr>
        <p:cNvPr id="1" name=""/>
        <p:cNvGrpSpPr/>
        <p:nvPr/>
      </p:nvGrpSpPr>
      <p:grpSpPr>
        <a:xfrm>
          <a:off x="0" y="0"/>
          <a:ext cx="0" cy="0"/>
          <a:chOff x="0" y="0"/>
          <a:chExt cx="0" cy="0"/>
        </a:xfrm>
      </p:grpSpPr>
    </p:spTree>
    <p:extLst>
      <p:ext uri="{BB962C8B-B14F-4D97-AF65-F5344CB8AC3E}">
        <p14:creationId xmlns:p14="http://schemas.microsoft.com/office/powerpoint/2010/main" val="941151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Aufwärts">
    <p:bg>
      <p:bgPr>
        <a:solidFill>
          <a:schemeClr val="accent2"/>
        </a:solidFill>
        <a:effectLst/>
      </p:bgPr>
    </p:bg>
    <p:spTree>
      <p:nvGrpSpPr>
        <p:cNvPr id="1" name=""/>
        <p:cNvGrpSpPr/>
        <p:nvPr/>
      </p:nvGrpSpPr>
      <p:grpSpPr>
        <a:xfrm>
          <a:off x="0" y="0"/>
          <a:ext cx="0" cy="0"/>
          <a:chOff x="0" y="0"/>
          <a:chExt cx="0" cy="0"/>
        </a:xfrm>
      </p:grpSpPr>
      <p:pic>
        <p:nvPicPr>
          <p:cNvPr id="9" name="Bild 8" descr="Eine Gruppe von Personen, die Pferde reitet.&#10;&#10;Die Beschreibung wurde automatisch mit mittlerem Zuverlässigkeitsgrad generiert.">
            <a:extLst>
              <a:ext uri="{FF2B5EF4-FFF2-40B4-BE49-F238E27FC236}">
                <a16:creationId xmlns:a16="http://schemas.microsoft.com/office/drawing/2014/main" id="{92722E05-40B7-4586-82D6-7C5F7330DF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240" y="0"/>
            <a:ext cx="12207240" cy="3803330"/>
          </a:xfrm>
          <a:prstGeom prst="rect">
            <a:avLst/>
          </a:prstGeom>
        </p:spPr>
      </p:pic>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a:xfrm>
            <a:off x="838200" y="4007165"/>
            <a:ext cx="10515600" cy="1004255"/>
          </a:xfrm>
        </p:spPr>
        <p:txBody>
          <a:bodyPr rtlCol="0"/>
          <a:lstStyle>
            <a:lvl1pPr algn="ctr">
              <a:defRPr>
                <a:solidFill>
                  <a:schemeClr val="accent1"/>
                </a:solidFill>
              </a:defRPr>
            </a:lvl1pPr>
          </a:lstStyle>
          <a:p>
            <a:pPr rtl="0"/>
            <a:r>
              <a:rPr lang="de-DE" noProof="0"/>
              <a:t>Titelmasterformat durch Klicken bearbeiten</a:t>
            </a:r>
          </a:p>
        </p:txBody>
      </p:sp>
      <p:sp>
        <p:nvSpPr>
          <p:cNvPr id="3" name="Datumsplatzhalter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lvl1pPr>
              <a:defRPr>
                <a:solidFill>
                  <a:schemeClr val="accent1"/>
                </a:solidFill>
              </a:defRPr>
            </a:lvl1pPr>
          </a:lstStyle>
          <a:p>
            <a:pPr rtl="0"/>
            <a:r>
              <a:rPr lang="de-DE" noProof="0"/>
              <a:t>22.06.20XX</a:t>
            </a:r>
          </a:p>
        </p:txBody>
      </p:sp>
      <p:sp>
        <p:nvSpPr>
          <p:cNvPr id="4" name="Fußzeilenplatzhalt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lvl1pPr>
              <a:defRPr>
                <a:solidFill>
                  <a:schemeClr val="accent1"/>
                </a:solidFill>
              </a:defRPr>
            </a:lvl1pPr>
          </a:lstStyle>
          <a:p>
            <a:pPr rtl="0"/>
            <a:r>
              <a:rPr lang="de-DE" noProof="0"/>
              <a:t>Verkaufspräsentation</a:t>
            </a:r>
          </a:p>
        </p:txBody>
      </p:sp>
      <p:sp>
        <p:nvSpPr>
          <p:cNvPr id="5" name="Foliennummernplatzhalt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
        <p:nvSpPr>
          <p:cNvPr id="11" name="Bildplatzhalter 10">
            <a:extLst>
              <a:ext uri="{FF2B5EF4-FFF2-40B4-BE49-F238E27FC236}">
                <a16:creationId xmlns:a16="http://schemas.microsoft.com/office/drawing/2014/main" id="{0439DA59-3D52-4E19-81F6-B5ABF87E1D86}"/>
              </a:ext>
            </a:extLst>
          </p:cNvPr>
          <p:cNvSpPr>
            <a:spLocks noGrp="1"/>
          </p:cNvSpPr>
          <p:nvPr>
            <p:ph type="pic" sz="quarter" idx="13"/>
          </p:nvPr>
        </p:nvSpPr>
        <p:spPr>
          <a:xfrm>
            <a:off x="604520" y="518474"/>
            <a:ext cx="2743200" cy="2743200"/>
          </a:xfrm>
        </p:spPr>
        <p:txBody>
          <a:bodyPr rtlCol="0"/>
          <a:lstStyle/>
          <a:p>
            <a:pPr rtl="0"/>
            <a:r>
              <a:rPr lang="de-DE" noProof="0"/>
              <a:t>Bild durch Klicken auf Symbol hinzufügen</a:t>
            </a:r>
          </a:p>
        </p:txBody>
      </p:sp>
      <p:sp>
        <p:nvSpPr>
          <p:cNvPr id="14" name="Bildplatzhalter 10">
            <a:extLst>
              <a:ext uri="{FF2B5EF4-FFF2-40B4-BE49-F238E27FC236}">
                <a16:creationId xmlns:a16="http://schemas.microsoft.com/office/drawing/2014/main" id="{5C9FFDAF-229D-4FED-B81C-20FB820A0E2F}"/>
              </a:ext>
            </a:extLst>
          </p:cNvPr>
          <p:cNvSpPr>
            <a:spLocks noGrp="1"/>
          </p:cNvSpPr>
          <p:nvPr>
            <p:ph type="pic" sz="quarter" idx="14"/>
          </p:nvPr>
        </p:nvSpPr>
        <p:spPr>
          <a:xfrm>
            <a:off x="3347720" y="518474"/>
            <a:ext cx="2743200" cy="2743200"/>
          </a:xfrm>
        </p:spPr>
        <p:txBody>
          <a:bodyPr rtlCol="0"/>
          <a:lstStyle/>
          <a:p>
            <a:pPr rtl="0"/>
            <a:r>
              <a:rPr lang="de-DE" noProof="0"/>
              <a:t>Bild durch Klicken auf Symbol hinzufügen</a:t>
            </a:r>
          </a:p>
        </p:txBody>
      </p:sp>
      <p:sp>
        <p:nvSpPr>
          <p:cNvPr id="15" name="Bildplatzhalter 10">
            <a:extLst>
              <a:ext uri="{FF2B5EF4-FFF2-40B4-BE49-F238E27FC236}">
                <a16:creationId xmlns:a16="http://schemas.microsoft.com/office/drawing/2014/main" id="{DEC1D1B6-BF8B-41EF-B2E1-ED1471B19F25}"/>
              </a:ext>
            </a:extLst>
          </p:cNvPr>
          <p:cNvSpPr>
            <a:spLocks noGrp="1"/>
          </p:cNvSpPr>
          <p:nvPr>
            <p:ph type="pic" sz="quarter" idx="15"/>
          </p:nvPr>
        </p:nvSpPr>
        <p:spPr>
          <a:xfrm>
            <a:off x="6090920" y="518474"/>
            <a:ext cx="2743200" cy="2743200"/>
          </a:xfrm>
        </p:spPr>
        <p:txBody>
          <a:bodyPr rtlCol="0"/>
          <a:lstStyle/>
          <a:p>
            <a:pPr rtl="0"/>
            <a:r>
              <a:rPr lang="de-DE" noProof="0"/>
              <a:t>Bild durch Klicken auf Symbol hinzufügen</a:t>
            </a:r>
          </a:p>
        </p:txBody>
      </p:sp>
      <p:sp>
        <p:nvSpPr>
          <p:cNvPr id="16" name="Bildplatzhalter 10">
            <a:extLst>
              <a:ext uri="{FF2B5EF4-FFF2-40B4-BE49-F238E27FC236}">
                <a16:creationId xmlns:a16="http://schemas.microsoft.com/office/drawing/2014/main" id="{686FC79D-5E8C-4928-AEB6-5F8C282E3C75}"/>
              </a:ext>
            </a:extLst>
          </p:cNvPr>
          <p:cNvSpPr>
            <a:spLocks noGrp="1"/>
          </p:cNvSpPr>
          <p:nvPr>
            <p:ph type="pic" sz="quarter" idx="16"/>
          </p:nvPr>
        </p:nvSpPr>
        <p:spPr>
          <a:xfrm>
            <a:off x="8834120" y="518474"/>
            <a:ext cx="2743200" cy="2743200"/>
          </a:xfrm>
        </p:spPr>
        <p:txBody>
          <a:bodyPr rtlCol="0"/>
          <a:lstStyle/>
          <a:p>
            <a:pPr rtl="0"/>
            <a:r>
              <a:rPr lang="de-DE" noProof="0"/>
              <a:t>Bild durch Klicken auf Symbol hinzufügen</a:t>
            </a:r>
          </a:p>
        </p:txBody>
      </p:sp>
      <p:sp>
        <p:nvSpPr>
          <p:cNvPr id="18" name="Textplatzhalter 8">
            <a:extLst>
              <a:ext uri="{FF2B5EF4-FFF2-40B4-BE49-F238E27FC236}">
                <a16:creationId xmlns:a16="http://schemas.microsoft.com/office/drawing/2014/main" id="{1BB6C15B-8373-47B7-B8A7-194BD68DDFD3}"/>
              </a:ext>
            </a:extLst>
          </p:cNvPr>
          <p:cNvSpPr>
            <a:spLocks noGrp="1"/>
          </p:cNvSpPr>
          <p:nvPr>
            <p:ph type="body" sz="quarter" idx="33" hasCustomPrompt="1"/>
          </p:nvPr>
        </p:nvSpPr>
        <p:spPr>
          <a:xfrm>
            <a:off x="604520" y="5229500"/>
            <a:ext cx="2743200" cy="422721"/>
          </a:xfrm>
        </p:spPr>
        <p:txBody>
          <a:bodyPr rtlCol="0" anchor="ctr">
            <a:noAutofit/>
          </a:bodyPr>
          <a:lstStyle>
            <a:lvl1pPr marL="0" indent="0" algn="ctr">
              <a:buFont typeface="Arial" panose="020B0604020202020204" pitchFamily="34" charset="0"/>
              <a:buNone/>
              <a:defRPr lang="en-ZA" sz="1600" kern="1200" dirty="0">
                <a:solidFill>
                  <a:schemeClr val="accent1"/>
                </a:solidFill>
                <a:latin typeface="+mj-lt"/>
                <a:ea typeface="+mn-ea"/>
                <a:cs typeface="+mn-cs"/>
              </a:defRPr>
            </a:lvl1pPr>
          </a:lstStyle>
          <a:p>
            <a:pPr lvl="0" rtl="0"/>
            <a:r>
              <a:rPr lang="de-DE" noProof="0"/>
              <a:t>Name</a:t>
            </a:r>
          </a:p>
        </p:txBody>
      </p:sp>
      <p:sp>
        <p:nvSpPr>
          <p:cNvPr id="19" name="Textplatzhalter 10">
            <a:extLst>
              <a:ext uri="{FF2B5EF4-FFF2-40B4-BE49-F238E27FC236}">
                <a16:creationId xmlns:a16="http://schemas.microsoft.com/office/drawing/2014/main" id="{61C257EA-B130-4866-8A65-1EF11737168F}"/>
              </a:ext>
            </a:extLst>
          </p:cNvPr>
          <p:cNvSpPr>
            <a:spLocks noGrp="1"/>
          </p:cNvSpPr>
          <p:nvPr>
            <p:ph type="body" sz="quarter" idx="34" hasCustomPrompt="1"/>
          </p:nvPr>
        </p:nvSpPr>
        <p:spPr>
          <a:xfrm>
            <a:off x="604520" y="5693075"/>
            <a:ext cx="2743200" cy="365125"/>
          </a:xfrm>
        </p:spPr>
        <p:txBody>
          <a:bodyPr rtlCol="0">
            <a:normAutofit/>
          </a:bodyPr>
          <a:lstStyle>
            <a:lvl1pPr marL="0" indent="0" algn="ctr">
              <a:buNone/>
              <a:defRPr lang="en-ZA" sz="1200" kern="1200" dirty="0">
                <a:solidFill>
                  <a:schemeClr val="accent1"/>
                </a:solidFill>
                <a:latin typeface="+mn-lt"/>
                <a:ea typeface="+mn-ea"/>
                <a:cs typeface="+mn-cs"/>
              </a:defRPr>
            </a:lvl1pPr>
          </a:lstStyle>
          <a:p>
            <a:pPr lvl="0" rtl="0"/>
            <a:r>
              <a:rPr lang="de-DE" noProof="0"/>
              <a:t>Titel</a:t>
            </a:r>
          </a:p>
        </p:txBody>
      </p:sp>
      <p:sp>
        <p:nvSpPr>
          <p:cNvPr id="20" name="Textplatzhalter 8">
            <a:extLst>
              <a:ext uri="{FF2B5EF4-FFF2-40B4-BE49-F238E27FC236}">
                <a16:creationId xmlns:a16="http://schemas.microsoft.com/office/drawing/2014/main" id="{9C2B29A0-592A-4DF1-809E-B5265DACA3A6}"/>
              </a:ext>
            </a:extLst>
          </p:cNvPr>
          <p:cNvSpPr>
            <a:spLocks noGrp="1"/>
          </p:cNvSpPr>
          <p:nvPr>
            <p:ph type="body" sz="quarter" idx="35" hasCustomPrompt="1"/>
          </p:nvPr>
        </p:nvSpPr>
        <p:spPr>
          <a:xfrm>
            <a:off x="8834120" y="5224905"/>
            <a:ext cx="2753360" cy="422721"/>
          </a:xfrm>
        </p:spPr>
        <p:txBody>
          <a:bodyPr rtlCol="0" anchor="ctr">
            <a:noAutofit/>
          </a:bodyPr>
          <a:lstStyle>
            <a:lvl1pPr marL="0" indent="0" algn="ctr">
              <a:buFont typeface="Arial" panose="020B0604020202020204" pitchFamily="34" charset="0"/>
              <a:buNone/>
              <a:defRPr sz="1600">
                <a:solidFill>
                  <a:schemeClr val="accent1"/>
                </a:solidFill>
                <a:latin typeface="+mj-lt"/>
              </a:defRPr>
            </a:lvl1pPr>
          </a:lstStyle>
          <a:p>
            <a:pPr lvl="0" rtl="0"/>
            <a:r>
              <a:rPr lang="de-DE" noProof="0"/>
              <a:t>Name</a:t>
            </a:r>
          </a:p>
        </p:txBody>
      </p:sp>
      <p:sp>
        <p:nvSpPr>
          <p:cNvPr id="21" name="Textplatzhalter 10">
            <a:extLst>
              <a:ext uri="{FF2B5EF4-FFF2-40B4-BE49-F238E27FC236}">
                <a16:creationId xmlns:a16="http://schemas.microsoft.com/office/drawing/2014/main" id="{203C6378-59CC-47B4-9E9F-BAC6C2C389E2}"/>
              </a:ext>
            </a:extLst>
          </p:cNvPr>
          <p:cNvSpPr>
            <a:spLocks noGrp="1"/>
          </p:cNvSpPr>
          <p:nvPr>
            <p:ph type="body" sz="quarter" idx="36" hasCustomPrompt="1"/>
          </p:nvPr>
        </p:nvSpPr>
        <p:spPr>
          <a:xfrm>
            <a:off x="8834120" y="5688480"/>
            <a:ext cx="2753360" cy="365125"/>
          </a:xfrm>
        </p:spPr>
        <p:txBody>
          <a:bodyPr rtlCol="0">
            <a:normAutofit/>
          </a:bodyPr>
          <a:lstStyle>
            <a:lvl1pPr marL="0" indent="0" algn="ctr">
              <a:buNone/>
              <a:defRPr sz="1200">
                <a:solidFill>
                  <a:schemeClr val="accent1"/>
                </a:solidFill>
              </a:defRPr>
            </a:lvl1pPr>
          </a:lstStyle>
          <a:p>
            <a:pPr lvl="0" rtl="0"/>
            <a:r>
              <a:rPr lang="de-DE" noProof="0"/>
              <a:t>Titel</a:t>
            </a:r>
          </a:p>
        </p:txBody>
      </p:sp>
      <p:sp>
        <p:nvSpPr>
          <p:cNvPr id="22" name="Textplatzhalter 8">
            <a:extLst>
              <a:ext uri="{FF2B5EF4-FFF2-40B4-BE49-F238E27FC236}">
                <a16:creationId xmlns:a16="http://schemas.microsoft.com/office/drawing/2014/main" id="{448AA424-5B3D-40C4-BBDC-2C338C03859C}"/>
              </a:ext>
            </a:extLst>
          </p:cNvPr>
          <p:cNvSpPr>
            <a:spLocks noGrp="1"/>
          </p:cNvSpPr>
          <p:nvPr>
            <p:ph type="body" sz="quarter" idx="37" hasCustomPrompt="1"/>
          </p:nvPr>
        </p:nvSpPr>
        <p:spPr>
          <a:xfrm>
            <a:off x="3347720" y="5229500"/>
            <a:ext cx="2743200" cy="422721"/>
          </a:xfrm>
        </p:spPr>
        <p:txBody>
          <a:bodyPr rtlCol="0" anchor="ctr">
            <a:noAutofit/>
          </a:bodyPr>
          <a:lstStyle>
            <a:lvl1pPr marL="0" indent="0" algn="ctr">
              <a:buFont typeface="Arial" panose="020B0604020202020204" pitchFamily="34" charset="0"/>
              <a:buNone/>
              <a:defRPr sz="1600">
                <a:solidFill>
                  <a:schemeClr val="accent1"/>
                </a:solidFill>
                <a:latin typeface="+mj-lt"/>
              </a:defRPr>
            </a:lvl1pPr>
          </a:lstStyle>
          <a:p>
            <a:pPr lvl="0" rtl="0"/>
            <a:r>
              <a:rPr lang="de-DE" noProof="0"/>
              <a:t>Name</a:t>
            </a:r>
          </a:p>
        </p:txBody>
      </p:sp>
      <p:sp>
        <p:nvSpPr>
          <p:cNvPr id="23" name="Textplatzhalter 10">
            <a:extLst>
              <a:ext uri="{FF2B5EF4-FFF2-40B4-BE49-F238E27FC236}">
                <a16:creationId xmlns:a16="http://schemas.microsoft.com/office/drawing/2014/main" id="{B9AE277D-FC5E-4B64-A3FA-A9BD4919D97E}"/>
              </a:ext>
            </a:extLst>
          </p:cNvPr>
          <p:cNvSpPr>
            <a:spLocks noGrp="1"/>
          </p:cNvSpPr>
          <p:nvPr>
            <p:ph type="body" sz="quarter" idx="38" hasCustomPrompt="1"/>
          </p:nvPr>
        </p:nvSpPr>
        <p:spPr>
          <a:xfrm>
            <a:off x="3347720" y="5693075"/>
            <a:ext cx="2743200" cy="365125"/>
          </a:xfrm>
        </p:spPr>
        <p:txBody>
          <a:bodyPr rtlCol="0">
            <a:normAutofit/>
          </a:bodyPr>
          <a:lstStyle>
            <a:lvl1pPr marL="0" indent="0" algn="ctr">
              <a:buNone/>
              <a:defRPr sz="1200">
                <a:solidFill>
                  <a:schemeClr val="accent1"/>
                </a:solidFill>
              </a:defRPr>
            </a:lvl1pPr>
          </a:lstStyle>
          <a:p>
            <a:pPr lvl="0" rtl="0"/>
            <a:r>
              <a:rPr lang="de-DE" noProof="0"/>
              <a:t>Titel</a:t>
            </a:r>
          </a:p>
        </p:txBody>
      </p:sp>
      <p:sp>
        <p:nvSpPr>
          <p:cNvPr id="24" name="Textplatzhalter 8">
            <a:extLst>
              <a:ext uri="{FF2B5EF4-FFF2-40B4-BE49-F238E27FC236}">
                <a16:creationId xmlns:a16="http://schemas.microsoft.com/office/drawing/2014/main" id="{4FC21568-200C-4310-B462-B36358C4D233}"/>
              </a:ext>
            </a:extLst>
          </p:cNvPr>
          <p:cNvSpPr>
            <a:spLocks noGrp="1"/>
          </p:cNvSpPr>
          <p:nvPr>
            <p:ph type="body" sz="quarter" idx="39" hasCustomPrompt="1"/>
          </p:nvPr>
        </p:nvSpPr>
        <p:spPr>
          <a:xfrm>
            <a:off x="6101082" y="5229500"/>
            <a:ext cx="2733038" cy="422721"/>
          </a:xfrm>
        </p:spPr>
        <p:txBody>
          <a:bodyPr rtlCol="0" anchor="ctr">
            <a:noAutofit/>
          </a:bodyPr>
          <a:lstStyle>
            <a:lvl1pPr marL="0" indent="0" algn="ctr">
              <a:buFont typeface="Arial" panose="020B0604020202020204" pitchFamily="34" charset="0"/>
              <a:buNone/>
              <a:defRPr sz="1600">
                <a:solidFill>
                  <a:schemeClr val="accent1"/>
                </a:solidFill>
                <a:latin typeface="+mj-lt"/>
              </a:defRPr>
            </a:lvl1pPr>
          </a:lstStyle>
          <a:p>
            <a:pPr lvl="0" rtl="0"/>
            <a:r>
              <a:rPr lang="de-DE" noProof="0"/>
              <a:t>Name</a:t>
            </a:r>
          </a:p>
        </p:txBody>
      </p:sp>
      <p:sp>
        <p:nvSpPr>
          <p:cNvPr id="25" name="Textplatzhalter 10">
            <a:extLst>
              <a:ext uri="{FF2B5EF4-FFF2-40B4-BE49-F238E27FC236}">
                <a16:creationId xmlns:a16="http://schemas.microsoft.com/office/drawing/2014/main" id="{B24FCA02-7F7F-4B5F-833A-CE244C22096F}"/>
              </a:ext>
            </a:extLst>
          </p:cNvPr>
          <p:cNvSpPr>
            <a:spLocks noGrp="1"/>
          </p:cNvSpPr>
          <p:nvPr>
            <p:ph type="body" sz="quarter" idx="40" hasCustomPrompt="1"/>
          </p:nvPr>
        </p:nvSpPr>
        <p:spPr>
          <a:xfrm>
            <a:off x="6101082" y="5693075"/>
            <a:ext cx="2733038" cy="365125"/>
          </a:xfrm>
        </p:spPr>
        <p:txBody>
          <a:bodyPr rtlCol="0">
            <a:normAutofit/>
          </a:bodyPr>
          <a:lstStyle>
            <a:lvl1pPr marL="0" indent="0" algn="ctr">
              <a:buNone/>
              <a:defRPr sz="1200">
                <a:solidFill>
                  <a:schemeClr val="accent1"/>
                </a:solidFill>
              </a:defRPr>
            </a:lvl1pPr>
          </a:lstStyle>
          <a:p>
            <a:pPr lvl="0" rtl="0"/>
            <a:r>
              <a:rPr lang="de-DE" noProof="0"/>
              <a:t>Titel</a:t>
            </a:r>
          </a:p>
        </p:txBody>
      </p:sp>
    </p:spTree>
    <p:extLst>
      <p:ext uri="{BB962C8B-B14F-4D97-AF65-F5344CB8AC3E}">
        <p14:creationId xmlns:p14="http://schemas.microsoft.com/office/powerpoint/2010/main" val="3082658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Aufwärts">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92722E05-40B7-4586-82D6-7C5F7330DF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3740" y="1737360"/>
            <a:ext cx="10764520" cy="1741253"/>
          </a:xfrm>
          <a:prstGeom prst="rect">
            <a:avLst/>
          </a:prstGeom>
        </p:spPr>
      </p:pic>
      <p:sp>
        <p:nvSpPr>
          <p:cNvPr id="11" name="Bildplatzhalter 10">
            <a:extLst>
              <a:ext uri="{FF2B5EF4-FFF2-40B4-BE49-F238E27FC236}">
                <a16:creationId xmlns:a16="http://schemas.microsoft.com/office/drawing/2014/main" id="{0439DA59-3D52-4E19-81F6-B5ABF87E1D86}"/>
              </a:ext>
            </a:extLst>
          </p:cNvPr>
          <p:cNvSpPr>
            <a:spLocks noGrp="1"/>
          </p:cNvSpPr>
          <p:nvPr>
            <p:ph type="pic" sz="quarter" idx="13"/>
          </p:nvPr>
        </p:nvSpPr>
        <p:spPr>
          <a:xfrm>
            <a:off x="924561"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14" name="Bildplatzhalter 10">
            <a:extLst>
              <a:ext uri="{FF2B5EF4-FFF2-40B4-BE49-F238E27FC236}">
                <a16:creationId xmlns:a16="http://schemas.microsoft.com/office/drawing/2014/main" id="{5C9FFDAF-229D-4FED-B81C-20FB820A0E2F}"/>
              </a:ext>
            </a:extLst>
          </p:cNvPr>
          <p:cNvSpPr>
            <a:spLocks noGrp="1"/>
          </p:cNvSpPr>
          <p:nvPr>
            <p:ph type="pic" sz="quarter" idx="14"/>
          </p:nvPr>
        </p:nvSpPr>
        <p:spPr>
          <a:xfrm>
            <a:off x="2218029"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15" name="Bildplatzhalter 10">
            <a:extLst>
              <a:ext uri="{FF2B5EF4-FFF2-40B4-BE49-F238E27FC236}">
                <a16:creationId xmlns:a16="http://schemas.microsoft.com/office/drawing/2014/main" id="{DEC1D1B6-BF8B-41EF-B2E1-ED1471B19F25}"/>
              </a:ext>
            </a:extLst>
          </p:cNvPr>
          <p:cNvSpPr>
            <a:spLocks noGrp="1"/>
          </p:cNvSpPr>
          <p:nvPr>
            <p:ph type="pic" sz="quarter" idx="15"/>
          </p:nvPr>
        </p:nvSpPr>
        <p:spPr>
          <a:xfrm>
            <a:off x="3511497"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16" name="Bildplatzhalter 10">
            <a:extLst>
              <a:ext uri="{FF2B5EF4-FFF2-40B4-BE49-F238E27FC236}">
                <a16:creationId xmlns:a16="http://schemas.microsoft.com/office/drawing/2014/main" id="{686FC79D-5E8C-4928-AEB6-5F8C282E3C75}"/>
              </a:ext>
            </a:extLst>
          </p:cNvPr>
          <p:cNvSpPr>
            <a:spLocks noGrp="1"/>
          </p:cNvSpPr>
          <p:nvPr>
            <p:ph type="pic" sz="quarter" idx="16"/>
          </p:nvPr>
        </p:nvSpPr>
        <p:spPr>
          <a:xfrm>
            <a:off x="4804965"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18" name="Textplatzhalter 8">
            <a:extLst>
              <a:ext uri="{FF2B5EF4-FFF2-40B4-BE49-F238E27FC236}">
                <a16:creationId xmlns:a16="http://schemas.microsoft.com/office/drawing/2014/main" id="{1BB6C15B-8373-47B7-B8A7-194BD68DDFD3}"/>
              </a:ext>
            </a:extLst>
          </p:cNvPr>
          <p:cNvSpPr>
            <a:spLocks noGrp="1"/>
          </p:cNvSpPr>
          <p:nvPr>
            <p:ph type="body" sz="quarter" idx="33" hasCustomPrompt="1"/>
          </p:nvPr>
        </p:nvSpPr>
        <p:spPr>
          <a:xfrm>
            <a:off x="659551" y="3921355"/>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19" name="Textplatzhalter 10">
            <a:extLst>
              <a:ext uri="{FF2B5EF4-FFF2-40B4-BE49-F238E27FC236}">
                <a16:creationId xmlns:a16="http://schemas.microsoft.com/office/drawing/2014/main" id="{61C257EA-B130-4866-8A65-1EF11737168F}"/>
              </a:ext>
            </a:extLst>
          </p:cNvPr>
          <p:cNvSpPr>
            <a:spLocks noGrp="1"/>
          </p:cNvSpPr>
          <p:nvPr>
            <p:ph type="body" sz="quarter" idx="34" hasCustomPrompt="1"/>
          </p:nvPr>
        </p:nvSpPr>
        <p:spPr>
          <a:xfrm>
            <a:off x="659551" y="4354090"/>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26" name="Bildplatzhalter 10">
            <a:extLst>
              <a:ext uri="{FF2B5EF4-FFF2-40B4-BE49-F238E27FC236}">
                <a16:creationId xmlns:a16="http://schemas.microsoft.com/office/drawing/2014/main" id="{6BF177F2-C312-4467-A8E7-2F7C06DF7D6E}"/>
              </a:ext>
            </a:extLst>
          </p:cNvPr>
          <p:cNvSpPr>
            <a:spLocks noGrp="1"/>
          </p:cNvSpPr>
          <p:nvPr>
            <p:ph type="pic" sz="quarter" idx="41"/>
          </p:nvPr>
        </p:nvSpPr>
        <p:spPr>
          <a:xfrm>
            <a:off x="6098433"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27" name="Bildplatzhalter 10">
            <a:extLst>
              <a:ext uri="{FF2B5EF4-FFF2-40B4-BE49-F238E27FC236}">
                <a16:creationId xmlns:a16="http://schemas.microsoft.com/office/drawing/2014/main" id="{5D26BA3A-860A-4168-9872-0A0D22BEA7AB}"/>
              </a:ext>
            </a:extLst>
          </p:cNvPr>
          <p:cNvSpPr>
            <a:spLocks noGrp="1"/>
          </p:cNvSpPr>
          <p:nvPr>
            <p:ph type="pic" sz="quarter" idx="42"/>
          </p:nvPr>
        </p:nvSpPr>
        <p:spPr>
          <a:xfrm>
            <a:off x="7391901"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28" name="Bildplatzhalter 10">
            <a:extLst>
              <a:ext uri="{FF2B5EF4-FFF2-40B4-BE49-F238E27FC236}">
                <a16:creationId xmlns:a16="http://schemas.microsoft.com/office/drawing/2014/main" id="{A95FA78C-CC95-43FC-8BB5-17A796D7B9E0}"/>
              </a:ext>
            </a:extLst>
          </p:cNvPr>
          <p:cNvSpPr>
            <a:spLocks noGrp="1"/>
          </p:cNvSpPr>
          <p:nvPr>
            <p:ph type="pic" sz="quarter" idx="43"/>
          </p:nvPr>
        </p:nvSpPr>
        <p:spPr>
          <a:xfrm>
            <a:off x="8685369"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29" name="Bildplatzhalter 10">
            <a:extLst>
              <a:ext uri="{FF2B5EF4-FFF2-40B4-BE49-F238E27FC236}">
                <a16:creationId xmlns:a16="http://schemas.microsoft.com/office/drawing/2014/main" id="{7EA70B51-4FF2-42F8-BAFF-83B593ADB78D}"/>
              </a:ext>
            </a:extLst>
          </p:cNvPr>
          <p:cNvSpPr>
            <a:spLocks noGrp="1"/>
          </p:cNvSpPr>
          <p:nvPr>
            <p:ph type="pic" sz="quarter" idx="44"/>
          </p:nvPr>
        </p:nvSpPr>
        <p:spPr>
          <a:xfrm>
            <a:off x="9978838" y="1967906"/>
            <a:ext cx="1280160" cy="1280160"/>
          </a:xfrm>
        </p:spPr>
        <p:txBody>
          <a:bodyPr rtlCol="0">
            <a:normAutofit/>
          </a:bodyPr>
          <a:lstStyle>
            <a:lvl1pPr marL="0" indent="0">
              <a:buNone/>
              <a:defRPr sz="1800"/>
            </a:lvl1pPr>
          </a:lstStyle>
          <a:p>
            <a:pPr rtl="0"/>
            <a:r>
              <a:rPr lang="de-DE" noProof="0"/>
              <a:t>Bild durch Klicken auf Symbol hinzufügen</a:t>
            </a:r>
          </a:p>
        </p:txBody>
      </p:sp>
      <p:sp>
        <p:nvSpPr>
          <p:cNvPr id="30" name="Titel 1">
            <a:extLst>
              <a:ext uri="{FF2B5EF4-FFF2-40B4-BE49-F238E27FC236}">
                <a16:creationId xmlns:a16="http://schemas.microsoft.com/office/drawing/2014/main" id="{708EF00C-774E-4D73-AFEF-EEC6196DC7D3}"/>
              </a:ext>
            </a:extLst>
          </p:cNvPr>
          <p:cNvSpPr>
            <a:spLocks noGrp="1"/>
          </p:cNvSpPr>
          <p:nvPr>
            <p:ph type="title" hasCustomPrompt="1"/>
          </p:nvPr>
        </p:nvSpPr>
        <p:spPr>
          <a:xfrm>
            <a:off x="713740" y="365125"/>
            <a:ext cx="10764520" cy="1325563"/>
          </a:xfrm>
        </p:spPr>
        <p:txBody>
          <a:bodyPr rtlCol="0"/>
          <a:lstStyle>
            <a:lvl1pPr algn="ctr">
              <a:defRPr>
                <a:solidFill>
                  <a:schemeClr val="accent3"/>
                </a:solidFill>
              </a:defRPr>
            </a:lvl1pPr>
          </a:lstStyle>
          <a:p>
            <a:pPr rtl="0"/>
            <a:r>
              <a:rPr lang="de-DE" noProof="0"/>
              <a:t>Titelmasterformat durch Klicken bearbeiten</a:t>
            </a:r>
          </a:p>
        </p:txBody>
      </p:sp>
      <p:sp>
        <p:nvSpPr>
          <p:cNvPr id="31" name="Textplatzhalter 8">
            <a:extLst>
              <a:ext uri="{FF2B5EF4-FFF2-40B4-BE49-F238E27FC236}">
                <a16:creationId xmlns:a16="http://schemas.microsoft.com/office/drawing/2014/main" id="{7633A346-456C-4917-800A-85F73F876E77}"/>
              </a:ext>
            </a:extLst>
          </p:cNvPr>
          <p:cNvSpPr>
            <a:spLocks noGrp="1"/>
          </p:cNvSpPr>
          <p:nvPr>
            <p:ph type="body" sz="quarter" idx="45" hasCustomPrompt="1"/>
          </p:nvPr>
        </p:nvSpPr>
        <p:spPr>
          <a:xfrm>
            <a:off x="3240191" y="3921355"/>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32" name="Textplatzhalter 10">
            <a:extLst>
              <a:ext uri="{FF2B5EF4-FFF2-40B4-BE49-F238E27FC236}">
                <a16:creationId xmlns:a16="http://schemas.microsoft.com/office/drawing/2014/main" id="{E0C31CC6-C8A8-4831-94CD-366DC97C2B15}"/>
              </a:ext>
            </a:extLst>
          </p:cNvPr>
          <p:cNvSpPr>
            <a:spLocks noGrp="1"/>
          </p:cNvSpPr>
          <p:nvPr>
            <p:ph type="body" sz="quarter" idx="46" hasCustomPrompt="1"/>
          </p:nvPr>
        </p:nvSpPr>
        <p:spPr>
          <a:xfrm>
            <a:off x="3240191" y="4354090"/>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33" name="Textplatzhalter 8">
            <a:extLst>
              <a:ext uri="{FF2B5EF4-FFF2-40B4-BE49-F238E27FC236}">
                <a16:creationId xmlns:a16="http://schemas.microsoft.com/office/drawing/2014/main" id="{CB652A06-2CE0-42F0-8186-DBBD4219FC86}"/>
              </a:ext>
            </a:extLst>
          </p:cNvPr>
          <p:cNvSpPr>
            <a:spLocks noGrp="1"/>
          </p:cNvSpPr>
          <p:nvPr>
            <p:ph type="body" sz="quarter" idx="47" hasCustomPrompt="1"/>
          </p:nvPr>
        </p:nvSpPr>
        <p:spPr>
          <a:xfrm>
            <a:off x="5820831" y="3921355"/>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34" name="Textplatzhalter 10">
            <a:extLst>
              <a:ext uri="{FF2B5EF4-FFF2-40B4-BE49-F238E27FC236}">
                <a16:creationId xmlns:a16="http://schemas.microsoft.com/office/drawing/2014/main" id="{CE6091FC-D3C2-46A7-9A51-90A64C97CF87}"/>
              </a:ext>
            </a:extLst>
          </p:cNvPr>
          <p:cNvSpPr>
            <a:spLocks noGrp="1"/>
          </p:cNvSpPr>
          <p:nvPr>
            <p:ph type="body" sz="quarter" idx="48" hasCustomPrompt="1"/>
          </p:nvPr>
        </p:nvSpPr>
        <p:spPr>
          <a:xfrm>
            <a:off x="5820831" y="4354090"/>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35" name="Textplatzhalter 8">
            <a:extLst>
              <a:ext uri="{FF2B5EF4-FFF2-40B4-BE49-F238E27FC236}">
                <a16:creationId xmlns:a16="http://schemas.microsoft.com/office/drawing/2014/main" id="{B663F697-5494-47B5-8888-F76EE36A561E}"/>
              </a:ext>
            </a:extLst>
          </p:cNvPr>
          <p:cNvSpPr>
            <a:spLocks noGrp="1"/>
          </p:cNvSpPr>
          <p:nvPr>
            <p:ph type="body" sz="quarter" idx="49" hasCustomPrompt="1"/>
          </p:nvPr>
        </p:nvSpPr>
        <p:spPr>
          <a:xfrm>
            <a:off x="8401471" y="3921355"/>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36" name="Textplatzhalter 10">
            <a:extLst>
              <a:ext uri="{FF2B5EF4-FFF2-40B4-BE49-F238E27FC236}">
                <a16:creationId xmlns:a16="http://schemas.microsoft.com/office/drawing/2014/main" id="{95B42005-A70C-498A-A357-1492B1393F4D}"/>
              </a:ext>
            </a:extLst>
          </p:cNvPr>
          <p:cNvSpPr>
            <a:spLocks noGrp="1"/>
          </p:cNvSpPr>
          <p:nvPr>
            <p:ph type="body" sz="quarter" idx="50" hasCustomPrompt="1"/>
          </p:nvPr>
        </p:nvSpPr>
        <p:spPr>
          <a:xfrm>
            <a:off x="8401471" y="4354090"/>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37" name="Textplatzhalter 8">
            <a:extLst>
              <a:ext uri="{FF2B5EF4-FFF2-40B4-BE49-F238E27FC236}">
                <a16:creationId xmlns:a16="http://schemas.microsoft.com/office/drawing/2014/main" id="{FA3E4CA4-4074-4C29-853C-A8857A156AC8}"/>
              </a:ext>
            </a:extLst>
          </p:cNvPr>
          <p:cNvSpPr>
            <a:spLocks noGrp="1"/>
          </p:cNvSpPr>
          <p:nvPr>
            <p:ph type="body" sz="quarter" idx="51" hasCustomPrompt="1"/>
          </p:nvPr>
        </p:nvSpPr>
        <p:spPr>
          <a:xfrm>
            <a:off x="1949871" y="5183351"/>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38" name="Textplatzhalter 10">
            <a:extLst>
              <a:ext uri="{FF2B5EF4-FFF2-40B4-BE49-F238E27FC236}">
                <a16:creationId xmlns:a16="http://schemas.microsoft.com/office/drawing/2014/main" id="{1308FE93-15B6-4FC2-A5CF-53AA6064DAB0}"/>
              </a:ext>
            </a:extLst>
          </p:cNvPr>
          <p:cNvSpPr>
            <a:spLocks noGrp="1"/>
          </p:cNvSpPr>
          <p:nvPr>
            <p:ph type="body" sz="quarter" idx="52" hasCustomPrompt="1"/>
          </p:nvPr>
        </p:nvSpPr>
        <p:spPr>
          <a:xfrm>
            <a:off x="1949871" y="5616086"/>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39" name="Textplatzhalter 8">
            <a:extLst>
              <a:ext uri="{FF2B5EF4-FFF2-40B4-BE49-F238E27FC236}">
                <a16:creationId xmlns:a16="http://schemas.microsoft.com/office/drawing/2014/main" id="{B08AE9FA-2EBC-416A-B525-59A5F1258E56}"/>
              </a:ext>
            </a:extLst>
          </p:cNvPr>
          <p:cNvSpPr>
            <a:spLocks noGrp="1"/>
          </p:cNvSpPr>
          <p:nvPr>
            <p:ph type="body" sz="quarter" idx="53" hasCustomPrompt="1"/>
          </p:nvPr>
        </p:nvSpPr>
        <p:spPr>
          <a:xfrm>
            <a:off x="4530511" y="5183351"/>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40" name="Textplatzhalter 10">
            <a:extLst>
              <a:ext uri="{FF2B5EF4-FFF2-40B4-BE49-F238E27FC236}">
                <a16:creationId xmlns:a16="http://schemas.microsoft.com/office/drawing/2014/main" id="{EE168CBD-2F60-4551-9129-2ED8A59499B4}"/>
              </a:ext>
            </a:extLst>
          </p:cNvPr>
          <p:cNvSpPr>
            <a:spLocks noGrp="1"/>
          </p:cNvSpPr>
          <p:nvPr>
            <p:ph type="body" sz="quarter" idx="54" hasCustomPrompt="1"/>
          </p:nvPr>
        </p:nvSpPr>
        <p:spPr>
          <a:xfrm>
            <a:off x="4530511" y="5616086"/>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41" name="Textplatzhalter 8">
            <a:extLst>
              <a:ext uri="{FF2B5EF4-FFF2-40B4-BE49-F238E27FC236}">
                <a16:creationId xmlns:a16="http://schemas.microsoft.com/office/drawing/2014/main" id="{E05EDFD4-CA70-451D-A8F0-BF688EDBFC7B}"/>
              </a:ext>
            </a:extLst>
          </p:cNvPr>
          <p:cNvSpPr>
            <a:spLocks noGrp="1"/>
          </p:cNvSpPr>
          <p:nvPr>
            <p:ph type="body" sz="quarter" idx="55" hasCustomPrompt="1"/>
          </p:nvPr>
        </p:nvSpPr>
        <p:spPr>
          <a:xfrm>
            <a:off x="7111151" y="5183351"/>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42" name="Textplatzhalter 10">
            <a:extLst>
              <a:ext uri="{FF2B5EF4-FFF2-40B4-BE49-F238E27FC236}">
                <a16:creationId xmlns:a16="http://schemas.microsoft.com/office/drawing/2014/main" id="{8E47CD55-3098-4BD6-A269-794D40911ED0}"/>
              </a:ext>
            </a:extLst>
          </p:cNvPr>
          <p:cNvSpPr>
            <a:spLocks noGrp="1"/>
          </p:cNvSpPr>
          <p:nvPr>
            <p:ph type="body" sz="quarter" idx="56" hasCustomPrompt="1"/>
          </p:nvPr>
        </p:nvSpPr>
        <p:spPr>
          <a:xfrm>
            <a:off x="7111151" y="5616086"/>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sp>
        <p:nvSpPr>
          <p:cNvPr id="43" name="Textplatzhalter 8">
            <a:extLst>
              <a:ext uri="{FF2B5EF4-FFF2-40B4-BE49-F238E27FC236}">
                <a16:creationId xmlns:a16="http://schemas.microsoft.com/office/drawing/2014/main" id="{EA65938B-08CE-4FA4-A95B-5A66E901ACD0}"/>
              </a:ext>
            </a:extLst>
          </p:cNvPr>
          <p:cNvSpPr>
            <a:spLocks noGrp="1"/>
          </p:cNvSpPr>
          <p:nvPr>
            <p:ph type="body" sz="quarter" idx="57" hasCustomPrompt="1"/>
          </p:nvPr>
        </p:nvSpPr>
        <p:spPr>
          <a:xfrm>
            <a:off x="9691791" y="5183351"/>
            <a:ext cx="1839807" cy="422721"/>
          </a:xfrm>
        </p:spPr>
        <p:txBody>
          <a:bodyPr rtlCol="0"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rtl="0"/>
            <a:r>
              <a:rPr lang="de-DE" noProof="0"/>
              <a:t>Name</a:t>
            </a:r>
          </a:p>
        </p:txBody>
      </p:sp>
      <p:sp>
        <p:nvSpPr>
          <p:cNvPr id="44" name="Textplatzhalter 10">
            <a:extLst>
              <a:ext uri="{FF2B5EF4-FFF2-40B4-BE49-F238E27FC236}">
                <a16:creationId xmlns:a16="http://schemas.microsoft.com/office/drawing/2014/main" id="{A72442A0-E7C5-4604-A4AA-9A86DD298412}"/>
              </a:ext>
            </a:extLst>
          </p:cNvPr>
          <p:cNvSpPr>
            <a:spLocks noGrp="1"/>
          </p:cNvSpPr>
          <p:nvPr>
            <p:ph type="body" sz="quarter" idx="58" hasCustomPrompt="1"/>
          </p:nvPr>
        </p:nvSpPr>
        <p:spPr>
          <a:xfrm>
            <a:off x="9691791" y="5616086"/>
            <a:ext cx="1839807" cy="365125"/>
          </a:xfrm>
        </p:spPr>
        <p:txBody>
          <a:bodyPr rtlCol="0">
            <a:normAutofit/>
          </a:bodyPr>
          <a:lstStyle>
            <a:lvl1pPr marL="0" indent="0" algn="ctr">
              <a:buNone/>
              <a:defRPr lang="en-ZA" sz="1050" kern="1200" dirty="0">
                <a:solidFill>
                  <a:schemeClr val="accent3"/>
                </a:solidFill>
                <a:latin typeface="+mn-lt"/>
                <a:ea typeface="+mn-ea"/>
                <a:cs typeface="+mn-cs"/>
              </a:defRPr>
            </a:lvl1pPr>
          </a:lstStyle>
          <a:p>
            <a:pPr lvl="0" rtl="0"/>
            <a:r>
              <a:rPr lang="de-DE" noProof="0"/>
              <a:t>Titel</a:t>
            </a:r>
          </a:p>
        </p:txBody>
      </p:sp>
      <p:cxnSp>
        <p:nvCxnSpPr>
          <p:cNvPr id="46" name="Gerader Verbinder 45">
            <a:extLst>
              <a:ext uri="{FF2B5EF4-FFF2-40B4-BE49-F238E27FC236}">
                <a16:creationId xmlns:a16="http://schemas.microsoft.com/office/drawing/2014/main" id="{66946F89-1A32-4CE8-9F85-45EDF090AB96}"/>
              </a:ext>
            </a:extLst>
          </p:cNvPr>
          <p:cNvCxnSpPr>
            <a:cxnSpLocks/>
            <a:stCxn id="11" idx="2"/>
          </p:cNvCxnSpPr>
          <p:nvPr userDrawn="1"/>
        </p:nvCxnSpPr>
        <p:spPr>
          <a:xfrm flipH="1">
            <a:off x="1558635" y="3248066"/>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63EE9F58-7707-4E5A-8C6B-C3D66810327C}"/>
              </a:ext>
            </a:extLst>
          </p:cNvPr>
          <p:cNvCxnSpPr>
            <a:cxnSpLocks/>
          </p:cNvCxnSpPr>
          <p:nvPr userDrawn="1"/>
        </p:nvCxnSpPr>
        <p:spPr>
          <a:xfrm flipH="1">
            <a:off x="4145279" y="3250315"/>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BD1897E7-33EE-452E-B67F-D676DB9630EB}"/>
              </a:ext>
            </a:extLst>
          </p:cNvPr>
          <p:cNvCxnSpPr>
            <a:cxnSpLocks/>
          </p:cNvCxnSpPr>
          <p:nvPr userDrawn="1"/>
        </p:nvCxnSpPr>
        <p:spPr>
          <a:xfrm flipH="1">
            <a:off x="6732507" y="3243467"/>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3DF35791-C763-4163-9B05-68EE7814EDBD}"/>
              </a:ext>
            </a:extLst>
          </p:cNvPr>
          <p:cNvCxnSpPr>
            <a:cxnSpLocks/>
          </p:cNvCxnSpPr>
          <p:nvPr userDrawn="1"/>
        </p:nvCxnSpPr>
        <p:spPr>
          <a:xfrm flipH="1">
            <a:off x="9316732" y="3243467"/>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96F2A3C7-B018-4022-B2BB-D8D2B03190AB}"/>
              </a:ext>
            </a:extLst>
          </p:cNvPr>
          <p:cNvCxnSpPr>
            <a:cxnSpLocks/>
          </p:cNvCxnSpPr>
          <p:nvPr userDrawn="1"/>
        </p:nvCxnSpPr>
        <p:spPr>
          <a:xfrm>
            <a:off x="2854035" y="3254943"/>
            <a:ext cx="0" cy="192615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3F52EF5B-4C4F-451E-B0B4-8226109ADE91}"/>
              </a:ext>
            </a:extLst>
          </p:cNvPr>
          <p:cNvCxnSpPr>
            <a:cxnSpLocks/>
          </p:cNvCxnSpPr>
          <p:nvPr userDrawn="1"/>
        </p:nvCxnSpPr>
        <p:spPr>
          <a:xfrm>
            <a:off x="5440679" y="3233453"/>
            <a:ext cx="0" cy="194989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07D6748B-4A98-4935-BC51-E43412110392}"/>
              </a:ext>
            </a:extLst>
          </p:cNvPr>
          <p:cNvCxnSpPr>
            <a:cxnSpLocks/>
          </p:cNvCxnSpPr>
          <p:nvPr userDrawn="1"/>
        </p:nvCxnSpPr>
        <p:spPr>
          <a:xfrm>
            <a:off x="8027907" y="3257242"/>
            <a:ext cx="0" cy="1919261"/>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EBA0E4AC-BE6A-45AA-B639-A8288815E8F9}"/>
              </a:ext>
            </a:extLst>
          </p:cNvPr>
          <p:cNvCxnSpPr>
            <a:cxnSpLocks/>
          </p:cNvCxnSpPr>
          <p:nvPr userDrawn="1"/>
        </p:nvCxnSpPr>
        <p:spPr>
          <a:xfrm>
            <a:off x="10612132" y="3254943"/>
            <a:ext cx="0" cy="1929384"/>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8" name="Fußzeilenplatzhalter 5">
            <a:extLst>
              <a:ext uri="{FF2B5EF4-FFF2-40B4-BE49-F238E27FC236}">
                <a16:creationId xmlns:a16="http://schemas.microsoft.com/office/drawing/2014/main" id="{12CD4C44-15F4-4517-B3CC-D07D4B93DD6D}"/>
              </a:ext>
            </a:extLst>
          </p:cNvPr>
          <p:cNvSpPr>
            <a:spLocks noGrp="1"/>
          </p:cNvSpPr>
          <p:nvPr>
            <p:ph type="ftr" sz="quarter" idx="10"/>
          </p:nvPr>
        </p:nvSpPr>
        <p:spPr>
          <a:xfrm>
            <a:off x="4038600" y="6356350"/>
            <a:ext cx="4114800" cy="365125"/>
          </a:xfrm>
        </p:spPr>
        <p:txBody>
          <a:bodyPr rtlCol="0"/>
          <a:lstStyle>
            <a:lvl1pPr>
              <a:defRPr>
                <a:solidFill>
                  <a:schemeClr val="accent3">
                    <a:lumMod val="60000"/>
                    <a:lumOff val="40000"/>
                  </a:schemeClr>
                </a:solidFill>
              </a:defRPr>
            </a:lvl1pPr>
          </a:lstStyle>
          <a:p>
            <a:pPr rtl="0"/>
            <a:r>
              <a:rPr lang="de-DE" noProof="0"/>
              <a:t>Verkaufspräsentation</a:t>
            </a:r>
          </a:p>
        </p:txBody>
      </p:sp>
      <p:sp>
        <p:nvSpPr>
          <p:cNvPr id="79" name="Foliennummernplatzhalter 6">
            <a:extLst>
              <a:ext uri="{FF2B5EF4-FFF2-40B4-BE49-F238E27FC236}">
                <a16:creationId xmlns:a16="http://schemas.microsoft.com/office/drawing/2014/main" id="{9F988C33-C2E3-49AE-9BC1-9123EADC3EA7}"/>
              </a:ext>
            </a:extLst>
          </p:cNvPr>
          <p:cNvSpPr>
            <a:spLocks noGrp="1"/>
          </p:cNvSpPr>
          <p:nvPr>
            <p:ph type="sldNum" sz="quarter" idx="11"/>
          </p:nvPr>
        </p:nvSpPr>
        <p:spPr>
          <a:xfrm>
            <a:off x="8610600" y="6356350"/>
            <a:ext cx="2743200" cy="365125"/>
          </a:xfrm>
        </p:spPr>
        <p:txBody>
          <a:bodyPr rtlCol="0"/>
          <a:lstStyle>
            <a:lvl1pPr>
              <a:defRPr>
                <a:solidFill>
                  <a:schemeClr val="accent3">
                    <a:lumMod val="60000"/>
                    <a:lumOff val="40000"/>
                  </a:schemeClr>
                </a:solidFill>
              </a:defRPr>
            </a:lvl1pPr>
          </a:lstStyle>
          <a:p>
            <a:pPr rtl="0"/>
            <a:fld id="{19B51A1E-902D-48AF-9020-955120F399B6}" type="slidenum">
              <a:rPr lang="de-DE" noProof="0" smtClean="0"/>
              <a:pPr/>
              <a:t>‹Nr.›</a:t>
            </a:fld>
            <a:endParaRPr lang="de-DE" noProof="0"/>
          </a:p>
        </p:txBody>
      </p:sp>
      <p:sp>
        <p:nvSpPr>
          <p:cNvPr id="80" name="Datumsplatzhalter 3">
            <a:extLst>
              <a:ext uri="{FF2B5EF4-FFF2-40B4-BE49-F238E27FC236}">
                <a16:creationId xmlns:a16="http://schemas.microsoft.com/office/drawing/2014/main" id="{757004CA-7955-4C10-8542-83D291BFF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pPr rtl="0"/>
            <a:r>
              <a:rPr lang="de-DE" noProof="0"/>
              <a:t>22.06.20XX</a:t>
            </a:r>
          </a:p>
        </p:txBody>
      </p:sp>
    </p:spTree>
    <p:extLst>
      <p:ext uri="{BB962C8B-B14F-4D97-AF65-F5344CB8AC3E}">
        <p14:creationId xmlns:p14="http://schemas.microsoft.com/office/powerpoint/2010/main" val="1704598769"/>
      </p:ext>
    </p:extLst>
  </p:cSld>
  <p:clrMapOvr>
    <a:masterClrMapping/>
  </p:clrMapOvr>
  <p:extLst>
    <p:ext uri="{DCECCB84-F9BA-43D5-87BE-67443E8EF086}">
      <p15:sldGuideLst xmlns:p15="http://schemas.microsoft.com/office/powerpoint/2012/main">
        <p15:guide id="1" pos="576">
          <p15:clr>
            <a:srgbClr val="FBAE40"/>
          </p15:clr>
        </p15:guide>
        <p15:guide id="2" pos="1392">
          <p15:clr>
            <a:srgbClr val="FBAE40"/>
          </p15:clr>
        </p15:guide>
        <p15:guide id="3" pos="2208">
          <p15:clr>
            <a:srgbClr val="FBAE40"/>
          </p15:clr>
        </p15:guide>
        <p15:guide id="4" pos="30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inanzierung">
    <p:bg>
      <p:bgPr>
        <a:solidFill>
          <a:schemeClr val="accent1"/>
        </a:solidFill>
        <a:effectLst/>
      </p:bgPr>
    </p:bg>
    <p:spTree>
      <p:nvGrpSpPr>
        <p:cNvPr id="1" name=""/>
        <p:cNvGrpSpPr/>
        <p:nvPr/>
      </p:nvGrpSpPr>
      <p:grpSpPr>
        <a:xfrm>
          <a:off x="0" y="0"/>
          <a:ext cx="0" cy="0"/>
          <a:chOff x="0" y="0"/>
          <a:chExt cx="0" cy="0"/>
        </a:xfrm>
      </p:grpSpPr>
      <p:pic>
        <p:nvPicPr>
          <p:cNvPr id="20" name="Bild 19" descr="Eine Gruppe von Personen, die Pferde reitet.&#10;&#10;Die Beschreibung wurde automatisch mit mittlerem Zuverlässigkeitsgrad generiert.">
            <a:extLst>
              <a:ext uri="{FF2B5EF4-FFF2-40B4-BE49-F238E27FC236}">
                <a16:creationId xmlns:a16="http://schemas.microsoft.com/office/drawing/2014/main" id="{0E805C5A-1029-4D1B-94B3-422EC2CA34F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2" name="Rechteck 21">
            <a:extLst>
              <a:ext uri="{FF2B5EF4-FFF2-40B4-BE49-F238E27FC236}">
                <a16:creationId xmlns:a16="http://schemas.microsoft.com/office/drawing/2014/main" id="{ADF9E512-1300-47FB-86AC-F8C946EE6985}"/>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Inhaltsplatzhalter 7">
            <a:extLst>
              <a:ext uri="{FF2B5EF4-FFF2-40B4-BE49-F238E27FC236}">
                <a16:creationId xmlns:a16="http://schemas.microsoft.com/office/drawing/2014/main" id="{A399EA4A-18B9-4C3F-A6B1-0D80C2598D3A}"/>
              </a:ext>
            </a:extLst>
          </p:cNvPr>
          <p:cNvSpPr>
            <a:spLocks noGrp="1"/>
          </p:cNvSpPr>
          <p:nvPr>
            <p:ph sz="quarter" idx="13" hasCustomPrompt="1"/>
          </p:nvPr>
        </p:nvSpPr>
        <p:spPr>
          <a:xfrm>
            <a:off x="1282700" y="913448"/>
            <a:ext cx="5041900" cy="5134927"/>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Titel 1">
            <a:extLst>
              <a:ext uri="{FF2B5EF4-FFF2-40B4-BE49-F238E27FC236}">
                <a16:creationId xmlns:a16="http://schemas.microsoft.com/office/drawing/2014/main" id="{98907808-FD8D-4C4A-A5E4-068D94BFD64D}"/>
              </a:ext>
            </a:extLst>
          </p:cNvPr>
          <p:cNvSpPr>
            <a:spLocks noGrp="1"/>
          </p:cNvSpPr>
          <p:nvPr>
            <p:ph type="title" hasCustomPrompt="1"/>
          </p:nvPr>
        </p:nvSpPr>
        <p:spPr>
          <a:xfrm>
            <a:off x="1282700" y="2766219"/>
            <a:ext cx="5041900" cy="1325563"/>
          </a:xfrm>
        </p:spPr>
        <p:txBody>
          <a:bodyPr rtlCol="0">
            <a:normAutofit/>
          </a:bodyPr>
          <a:lstStyle>
            <a:lvl1pPr algn="ctr">
              <a:defRPr sz="3600" spc="0" baseline="0">
                <a:solidFill>
                  <a:schemeClr val="accent3"/>
                </a:solidFill>
              </a:defRPr>
            </a:lvl1pPr>
          </a:lstStyle>
          <a:p>
            <a:pPr rtl="0"/>
            <a:r>
              <a:rPr lang="de-DE" noProof="0"/>
              <a:t>Titelmasterformat durch Klicken bearbeiten</a:t>
            </a:r>
          </a:p>
        </p:txBody>
      </p:sp>
      <p:sp>
        <p:nvSpPr>
          <p:cNvPr id="7" name="Textplatzhalter 6">
            <a:extLst>
              <a:ext uri="{FF2B5EF4-FFF2-40B4-BE49-F238E27FC236}">
                <a16:creationId xmlns:a16="http://schemas.microsoft.com/office/drawing/2014/main" id="{8FC98BF5-ED87-4BF7-BB07-29187F8C8BEC}"/>
              </a:ext>
            </a:extLst>
          </p:cNvPr>
          <p:cNvSpPr>
            <a:spLocks noGrp="1"/>
          </p:cNvSpPr>
          <p:nvPr>
            <p:ph type="body" sz="quarter" idx="14" hasCustomPrompt="1"/>
          </p:nvPr>
        </p:nvSpPr>
        <p:spPr>
          <a:xfrm>
            <a:off x="7467600" y="913448"/>
            <a:ext cx="3886200" cy="419100"/>
          </a:xfrm>
        </p:spPr>
        <p:txBody>
          <a:bodyPr rtlCol="0">
            <a:noAutofit/>
          </a:bodyPr>
          <a:lstStyle>
            <a:lvl1pPr marL="0" indent="0">
              <a:buNone/>
              <a:defRPr sz="2400" b="0" spc="0" baseline="0">
                <a:solidFill>
                  <a:schemeClr val="accent1">
                    <a:lumMod val="50000"/>
                  </a:schemeClr>
                </a:solidFill>
                <a:latin typeface="+mj-lt"/>
              </a:defRPr>
            </a:lvl1pPr>
          </a:lstStyle>
          <a:p>
            <a:pPr lvl="0" rtl="0"/>
            <a:r>
              <a:rPr lang="de-DE" noProof="0"/>
              <a:t>Zum Bearbeiten klicken</a:t>
            </a:r>
          </a:p>
        </p:txBody>
      </p:sp>
      <p:sp>
        <p:nvSpPr>
          <p:cNvPr id="8" name="Textplatzhalter 6">
            <a:extLst>
              <a:ext uri="{FF2B5EF4-FFF2-40B4-BE49-F238E27FC236}">
                <a16:creationId xmlns:a16="http://schemas.microsoft.com/office/drawing/2014/main" id="{90E0AB9E-D60D-4299-B73A-B96F7B7F81C6}"/>
              </a:ext>
            </a:extLst>
          </p:cNvPr>
          <p:cNvSpPr>
            <a:spLocks noGrp="1"/>
          </p:cNvSpPr>
          <p:nvPr>
            <p:ph type="body" sz="quarter" idx="15" hasCustomPrompt="1"/>
          </p:nvPr>
        </p:nvSpPr>
        <p:spPr>
          <a:xfrm>
            <a:off x="7467600" y="1275398"/>
            <a:ext cx="3886200" cy="307975"/>
          </a:xfrm>
        </p:spPr>
        <p:txBody>
          <a:bodyPr rtlCol="0">
            <a:noAutofit/>
          </a:bodyPr>
          <a:lstStyle>
            <a:lvl1pPr marL="0" indent="0">
              <a:buNone/>
              <a:defRPr sz="1800" b="0" spc="0" baseline="0">
                <a:solidFill>
                  <a:schemeClr val="accent1">
                    <a:lumMod val="50000"/>
                  </a:schemeClr>
                </a:solidFill>
                <a:latin typeface="+mj-lt"/>
              </a:defRPr>
            </a:lvl1pPr>
          </a:lstStyle>
          <a:p>
            <a:pPr lvl="0" rtl="0"/>
            <a:r>
              <a:rPr lang="de-DE" noProof="0"/>
              <a:t>Zum Bearbeiten klicken</a:t>
            </a:r>
          </a:p>
        </p:txBody>
      </p:sp>
      <p:sp>
        <p:nvSpPr>
          <p:cNvPr id="9" name="Textplatzhalter 6">
            <a:extLst>
              <a:ext uri="{FF2B5EF4-FFF2-40B4-BE49-F238E27FC236}">
                <a16:creationId xmlns:a16="http://schemas.microsoft.com/office/drawing/2014/main" id="{ED9663C9-EA8F-404F-A640-85028F6F30A1}"/>
              </a:ext>
            </a:extLst>
          </p:cNvPr>
          <p:cNvSpPr>
            <a:spLocks noGrp="1"/>
          </p:cNvSpPr>
          <p:nvPr>
            <p:ph type="body" sz="quarter" idx="16" hasCustomPrompt="1"/>
          </p:nvPr>
        </p:nvSpPr>
        <p:spPr>
          <a:xfrm>
            <a:off x="7467600" y="1672273"/>
            <a:ext cx="3886200" cy="274320"/>
          </a:xfrm>
        </p:spPr>
        <p:txBody>
          <a:bodyPr rtlCol="0">
            <a:noAutofit/>
          </a:bodyPr>
          <a:lstStyle>
            <a:lvl1pPr marL="0" indent="0">
              <a:lnSpc>
                <a:spcPct val="100000"/>
              </a:lnSpc>
              <a:buNone/>
              <a:defRPr sz="1200" b="0" spc="0">
                <a:solidFill>
                  <a:schemeClr val="accent3"/>
                </a:solidFill>
              </a:defRPr>
            </a:lvl1pPr>
          </a:lstStyle>
          <a:p>
            <a:pPr lvl="0" rtl="0"/>
            <a:r>
              <a:rPr lang="de-DE" noProof="0"/>
              <a:t>Zum Bearbeiten klicken</a:t>
            </a:r>
          </a:p>
        </p:txBody>
      </p:sp>
      <p:sp>
        <p:nvSpPr>
          <p:cNvPr id="10" name="Textplatzhalter 6">
            <a:extLst>
              <a:ext uri="{FF2B5EF4-FFF2-40B4-BE49-F238E27FC236}">
                <a16:creationId xmlns:a16="http://schemas.microsoft.com/office/drawing/2014/main" id="{BD9C0574-6721-4F80-A5F8-8C4C5D2B9725}"/>
              </a:ext>
            </a:extLst>
          </p:cNvPr>
          <p:cNvSpPr>
            <a:spLocks noGrp="1"/>
          </p:cNvSpPr>
          <p:nvPr>
            <p:ph type="body" sz="quarter" idx="17" hasCustomPrompt="1"/>
          </p:nvPr>
        </p:nvSpPr>
        <p:spPr>
          <a:xfrm>
            <a:off x="7467600" y="2231390"/>
            <a:ext cx="3886200" cy="419100"/>
          </a:xfrm>
        </p:spPr>
        <p:txBody>
          <a:bodyPr rtlCol="0">
            <a:noAutofit/>
          </a:bodyPr>
          <a:lstStyle>
            <a:lvl1pPr marL="0" indent="0">
              <a:buNone/>
              <a:defRPr sz="2400" b="0" spc="0" baseline="0">
                <a:solidFill>
                  <a:schemeClr val="accent6">
                    <a:lumMod val="75000"/>
                  </a:schemeClr>
                </a:solidFill>
                <a:latin typeface="+mj-lt"/>
              </a:defRPr>
            </a:lvl1pPr>
          </a:lstStyle>
          <a:p>
            <a:pPr lvl="0" rtl="0"/>
            <a:r>
              <a:rPr lang="de-DE" noProof="0"/>
              <a:t>Zum Bearbeiten klicken</a:t>
            </a:r>
          </a:p>
        </p:txBody>
      </p:sp>
      <p:sp>
        <p:nvSpPr>
          <p:cNvPr id="11" name="Textplatzhalter 6">
            <a:extLst>
              <a:ext uri="{FF2B5EF4-FFF2-40B4-BE49-F238E27FC236}">
                <a16:creationId xmlns:a16="http://schemas.microsoft.com/office/drawing/2014/main" id="{386F510A-D29A-4582-ADA6-290E1D6A0B6D}"/>
              </a:ext>
            </a:extLst>
          </p:cNvPr>
          <p:cNvSpPr>
            <a:spLocks noGrp="1"/>
          </p:cNvSpPr>
          <p:nvPr>
            <p:ph type="body" sz="quarter" idx="18" hasCustomPrompt="1"/>
          </p:nvPr>
        </p:nvSpPr>
        <p:spPr>
          <a:xfrm>
            <a:off x="7467600" y="2593340"/>
            <a:ext cx="3886200" cy="307975"/>
          </a:xfrm>
        </p:spPr>
        <p:txBody>
          <a:bodyPr rtlCol="0">
            <a:noAutofit/>
          </a:bodyPr>
          <a:lstStyle>
            <a:lvl1pPr marL="0" indent="0">
              <a:buNone/>
              <a:defRPr sz="1800" b="0" spc="0" baseline="0">
                <a:solidFill>
                  <a:schemeClr val="accent6">
                    <a:lumMod val="75000"/>
                  </a:schemeClr>
                </a:solidFill>
                <a:latin typeface="+mj-lt"/>
              </a:defRPr>
            </a:lvl1pPr>
          </a:lstStyle>
          <a:p>
            <a:pPr lvl="0" rtl="0"/>
            <a:r>
              <a:rPr lang="de-DE" noProof="0"/>
              <a:t>Zum Bearbeiten klicken</a:t>
            </a:r>
          </a:p>
        </p:txBody>
      </p:sp>
      <p:sp>
        <p:nvSpPr>
          <p:cNvPr id="12" name="Textplatzhalter 6">
            <a:extLst>
              <a:ext uri="{FF2B5EF4-FFF2-40B4-BE49-F238E27FC236}">
                <a16:creationId xmlns:a16="http://schemas.microsoft.com/office/drawing/2014/main" id="{7576EF89-ABF3-4312-A3E7-E1909CA744B6}"/>
              </a:ext>
            </a:extLst>
          </p:cNvPr>
          <p:cNvSpPr>
            <a:spLocks noGrp="1"/>
          </p:cNvSpPr>
          <p:nvPr>
            <p:ph type="body" sz="quarter" idx="19" hasCustomPrompt="1"/>
          </p:nvPr>
        </p:nvSpPr>
        <p:spPr>
          <a:xfrm>
            <a:off x="7467600" y="2990215"/>
            <a:ext cx="3886200" cy="274320"/>
          </a:xfrm>
        </p:spPr>
        <p:txBody>
          <a:bodyPr rtlCol="0">
            <a:noAutofit/>
          </a:bodyPr>
          <a:lstStyle>
            <a:lvl1pPr marL="0" indent="0">
              <a:lnSpc>
                <a:spcPct val="100000"/>
              </a:lnSpc>
              <a:buNone/>
              <a:defRPr sz="1200" b="0" spc="0">
                <a:solidFill>
                  <a:schemeClr val="accent3"/>
                </a:solidFill>
              </a:defRPr>
            </a:lvl1pPr>
          </a:lstStyle>
          <a:p>
            <a:pPr lvl="0" rtl="0"/>
            <a:r>
              <a:rPr lang="de-DE" noProof="0"/>
              <a:t>Zum Bearbeiten klicken</a:t>
            </a:r>
          </a:p>
        </p:txBody>
      </p:sp>
      <p:sp>
        <p:nvSpPr>
          <p:cNvPr id="13" name="Textplatzhalter 6">
            <a:extLst>
              <a:ext uri="{FF2B5EF4-FFF2-40B4-BE49-F238E27FC236}">
                <a16:creationId xmlns:a16="http://schemas.microsoft.com/office/drawing/2014/main" id="{0B198549-FECA-4B92-9906-8D1F79E14DCE}"/>
              </a:ext>
            </a:extLst>
          </p:cNvPr>
          <p:cNvSpPr>
            <a:spLocks noGrp="1"/>
          </p:cNvSpPr>
          <p:nvPr>
            <p:ph type="body" sz="quarter" idx="20" hasCustomPrompt="1"/>
          </p:nvPr>
        </p:nvSpPr>
        <p:spPr>
          <a:xfrm>
            <a:off x="7467600" y="3543935"/>
            <a:ext cx="3886200" cy="419100"/>
          </a:xfrm>
        </p:spPr>
        <p:txBody>
          <a:bodyPr rtlCol="0">
            <a:noAutofit/>
          </a:bodyPr>
          <a:lstStyle>
            <a:lvl1pPr marL="0" indent="0">
              <a:buNone/>
              <a:defRPr sz="2400" b="0" spc="0" baseline="0">
                <a:solidFill>
                  <a:schemeClr val="accent4"/>
                </a:solidFill>
                <a:latin typeface="+mj-lt"/>
              </a:defRPr>
            </a:lvl1pPr>
          </a:lstStyle>
          <a:p>
            <a:pPr lvl="0" rtl="0"/>
            <a:r>
              <a:rPr lang="de-DE" noProof="0"/>
              <a:t>Zum Bearbeiten klicken</a:t>
            </a:r>
          </a:p>
        </p:txBody>
      </p:sp>
      <p:sp>
        <p:nvSpPr>
          <p:cNvPr id="14" name="Textplatzhalter 6">
            <a:extLst>
              <a:ext uri="{FF2B5EF4-FFF2-40B4-BE49-F238E27FC236}">
                <a16:creationId xmlns:a16="http://schemas.microsoft.com/office/drawing/2014/main" id="{210D5A62-4015-4F75-A2AC-D3C1B70911D6}"/>
              </a:ext>
            </a:extLst>
          </p:cNvPr>
          <p:cNvSpPr>
            <a:spLocks noGrp="1"/>
          </p:cNvSpPr>
          <p:nvPr>
            <p:ph type="body" sz="quarter" idx="21" hasCustomPrompt="1"/>
          </p:nvPr>
        </p:nvSpPr>
        <p:spPr>
          <a:xfrm>
            <a:off x="7467600" y="3905885"/>
            <a:ext cx="3886200" cy="307975"/>
          </a:xfrm>
        </p:spPr>
        <p:txBody>
          <a:bodyPr rtlCol="0">
            <a:noAutofit/>
          </a:bodyPr>
          <a:lstStyle>
            <a:lvl1pPr marL="0" indent="0">
              <a:buNone/>
              <a:defRPr sz="1800" b="0" spc="0" baseline="0">
                <a:solidFill>
                  <a:schemeClr val="accent4"/>
                </a:solidFill>
                <a:latin typeface="+mj-lt"/>
              </a:defRPr>
            </a:lvl1pPr>
          </a:lstStyle>
          <a:p>
            <a:pPr lvl="0" rtl="0"/>
            <a:r>
              <a:rPr lang="de-DE" noProof="0"/>
              <a:t>Zum Bearbeiten klicken</a:t>
            </a:r>
          </a:p>
        </p:txBody>
      </p:sp>
      <p:sp>
        <p:nvSpPr>
          <p:cNvPr id="15" name="Textplatzhalter 6">
            <a:extLst>
              <a:ext uri="{FF2B5EF4-FFF2-40B4-BE49-F238E27FC236}">
                <a16:creationId xmlns:a16="http://schemas.microsoft.com/office/drawing/2014/main" id="{267DEAF9-25BD-404A-A5F3-30A81E38D256}"/>
              </a:ext>
            </a:extLst>
          </p:cNvPr>
          <p:cNvSpPr>
            <a:spLocks noGrp="1"/>
          </p:cNvSpPr>
          <p:nvPr>
            <p:ph type="body" sz="quarter" idx="22" hasCustomPrompt="1"/>
          </p:nvPr>
        </p:nvSpPr>
        <p:spPr>
          <a:xfrm>
            <a:off x="7467600" y="4302760"/>
            <a:ext cx="3886200" cy="274320"/>
          </a:xfrm>
        </p:spPr>
        <p:txBody>
          <a:bodyPr rtlCol="0">
            <a:noAutofit/>
          </a:bodyPr>
          <a:lstStyle>
            <a:lvl1pPr marL="0" indent="0">
              <a:lnSpc>
                <a:spcPct val="100000"/>
              </a:lnSpc>
              <a:buNone/>
              <a:defRPr sz="1200" b="0" spc="0">
                <a:solidFill>
                  <a:schemeClr val="accent3"/>
                </a:solidFill>
              </a:defRPr>
            </a:lvl1pPr>
          </a:lstStyle>
          <a:p>
            <a:pPr lvl="0" rtl="0"/>
            <a:r>
              <a:rPr lang="de-DE" noProof="0"/>
              <a:t>Zum Bearbeiten klicken</a:t>
            </a:r>
          </a:p>
        </p:txBody>
      </p:sp>
      <p:sp>
        <p:nvSpPr>
          <p:cNvPr id="16" name="Textplatzhalter 6">
            <a:extLst>
              <a:ext uri="{FF2B5EF4-FFF2-40B4-BE49-F238E27FC236}">
                <a16:creationId xmlns:a16="http://schemas.microsoft.com/office/drawing/2014/main" id="{A03C6E4A-B7FD-4BD7-A807-52FE5D27E384}"/>
              </a:ext>
            </a:extLst>
          </p:cNvPr>
          <p:cNvSpPr>
            <a:spLocks noGrp="1"/>
          </p:cNvSpPr>
          <p:nvPr>
            <p:ph type="body" sz="quarter" idx="23" hasCustomPrompt="1"/>
          </p:nvPr>
        </p:nvSpPr>
        <p:spPr>
          <a:xfrm>
            <a:off x="7467600" y="4856480"/>
            <a:ext cx="3886200" cy="419100"/>
          </a:xfrm>
        </p:spPr>
        <p:txBody>
          <a:bodyPr rtlCol="0">
            <a:noAutofit/>
          </a:bodyPr>
          <a:lstStyle>
            <a:lvl1pPr marL="0" indent="0">
              <a:buNone/>
              <a:defRPr sz="2400" b="0" spc="0" baseline="0">
                <a:solidFill>
                  <a:schemeClr val="accent1">
                    <a:lumMod val="25000"/>
                  </a:schemeClr>
                </a:solidFill>
                <a:latin typeface="+mj-lt"/>
              </a:defRPr>
            </a:lvl1pPr>
          </a:lstStyle>
          <a:p>
            <a:pPr lvl="0" rtl="0"/>
            <a:r>
              <a:rPr lang="de-DE" noProof="0"/>
              <a:t>Zum Bearbeiten klicken</a:t>
            </a:r>
          </a:p>
        </p:txBody>
      </p:sp>
      <p:sp>
        <p:nvSpPr>
          <p:cNvPr id="17" name="Textplatzhalter 6">
            <a:extLst>
              <a:ext uri="{FF2B5EF4-FFF2-40B4-BE49-F238E27FC236}">
                <a16:creationId xmlns:a16="http://schemas.microsoft.com/office/drawing/2014/main" id="{69798A4B-546D-497E-8DC4-67F69916B677}"/>
              </a:ext>
            </a:extLst>
          </p:cNvPr>
          <p:cNvSpPr>
            <a:spLocks noGrp="1"/>
          </p:cNvSpPr>
          <p:nvPr>
            <p:ph type="body" sz="quarter" idx="24" hasCustomPrompt="1"/>
          </p:nvPr>
        </p:nvSpPr>
        <p:spPr>
          <a:xfrm>
            <a:off x="7467600" y="5218430"/>
            <a:ext cx="3886200" cy="307975"/>
          </a:xfrm>
        </p:spPr>
        <p:txBody>
          <a:bodyPr rtlCol="0">
            <a:noAutofit/>
          </a:bodyPr>
          <a:lstStyle>
            <a:lvl1pPr marL="0" indent="0">
              <a:buNone/>
              <a:defRPr sz="1800" b="0" spc="0" baseline="0">
                <a:solidFill>
                  <a:schemeClr val="accent1">
                    <a:lumMod val="25000"/>
                  </a:schemeClr>
                </a:solidFill>
                <a:latin typeface="+mj-lt"/>
              </a:defRPr>
            </a:lvl1pPr>
          </a:lstStyle>
          <a:p>
            <a:pPr lvl="0" rtl="0"/>
            <a:r>
              <a:rPr lang="de-DE" noProof="0"/>
              <a:t>Zum Bearbeiten klicken</a:t>
            </a:r>
          </a:p>
        </p:txBody>
      </p:sp>
      <p:sp>
        <p:nvSpPr>
          <p:cNvPr id="18" name="Textplatzhalter 6">
            <a:extLst>
              <a:ext uri="{FF2B5EF4-FFF2-40B4-BE49-F238E27FC236}">
                <a16:creationId xmlns:a16="http://schemas.microsoft.com/office/drawing/2014/main" id="{B0720791-8657-4D3A-9912-1CF7D48EA1AD}"/>
              </a:ext>
            </a:extLst>
          </p:cNvPr>
          <p:cNvSpPr>
            <a:spLocks noGrp="1"/>
          </p:cNvSpPr>
          <p:nvPr>
            <p:ph type="body" sz="quarter" idx="25" hasCustomPrompt="1"/>
          </p:nvPr>
        </p:nvSpPr>
        <p:spPr>
          <a:xfrm>
            <a:off x="7467600" y="5615305"/>
            <a:ext cx="3886200" cy="274320"/>
          </a:xfrm>
        </p:spPr>
        <p:txBody>
          <a:bodyPr rtlCol="0">
            <a:noAutofit/>
          </a:bodyPr>
          <a:lstStyle>
            <a:lvl1pPr marL="0" indent="0">
              <a:lnSpc>
                <a:spcPct val="100000"/>
              </a:lnSpc>
              <a:buNone/>
              <a:defRPr sz="1200" b="0" spc="0">
                <a:solidFill>
                  <a:schemeClr val="accent3"/>
                </a:solidFill>
              </a:defRPr>
            </a:lvl1pPr>
          </a:lstStyle>
          <a:p>
            <a:pPr lvl="0" rtl="0"/>
            <a:r>
              <a:rPr lang="de-DE" noProof="0"/>
              <a:t>Zum Bearbeiten klicken</a:t>
            </a:r>
          </a:p>
        </p:txBody>
      </p:sp>
      <p:sp>
        <p:nvSpPr>
          <p:cNvPr id="26" name="Fußzeilenplatzhalter 5">
            <a:extLst>
              <a:ext uri="{FF2B5EF4-FFF2-40B4-BE49-F238E27FC236}">
                <a16:creationId xmlns:a16="http://schemas.microsoft.com/office/drawing/2014/main" id="{8AD16A67-F6AC-4CFA-B638-3076C15682F6}"/>
              </a:ext>
            </a:extLst>
          </p:cNvPr>
          <p:cNvSpPr>
            <a:spLocks noGrp="1"/>
          </p:cNvSpPr>
          <p:nvPr>
            <p:ph type="ftr" sz="quarter" idx="10"/>
          </p:nvPr>
        </p:nvSpPr>
        <p:spPr>
          <a:xfrm>
            <a:off x="4038600" y="6497865"/>
            <a:ext cx="4114800" cy="365125"/>
          </a:xfrm>
        </p:spPr>
        <p:txBody>
          <a:bodyPr rtlCol="0"/>
          <a:lstStyle>
            <a:lvl1pPr>
              <a:defRPr>
                <a:solidFill>
                  <a:schemeClr val="accent1"/>
                </a:solidFill>
              </a:defRPr>
            </a:lvl1pPr>
          </a:lstStyle>
          <a:p>
            <a:pPr rtl="0"/>
            <a:r>
              <a:rPr lang="de-DE" noProof="0"/>
              <a:t>Verkaufspräsentation</a:t>
            </a:r>
          </a:p>
        </p:txBody>
      </p:sp>
      <p:sp>
        <p:nvSpPr>
          <p:cNvPr id="27" name="Foliennummernplatzhalter 6">
            <a:extLst>
              <a:ext uri="{FF2B5EF4-FFF2-40B4-BE49-F238E27FC236}">
                <a16:creationId xmlns:a16="http://schemas.microsoft.com/office/drawing/2014/main" id="{8619925E-10F5-4FE2-B665-672B18AF9EFA}"/>
              </a:ext>
            </a:extLst>
          </p:cNvPr>
          <p:cNvSpPr>
            <a:spLocks noGrp="1"/>
          </p:cNvSpPr>
          <p:nvPr>
            <p:ph type="sldNum" sz="quarter" idx="11"/>
          </p:nvPr>
        </p:nvSpPr>
        <p:spPr>
          <a:xfrm>
            <a:off x="8610600" y="6497865"/>
            <a:ext cx="2743200" cy="365125"/>
          </a:xfrm>
        </p:spPr>
        <p:txBody>
          <a:bodyPr rtlCol="0"/>
          <a:lstStyle>
            <a:lvl1pPr>
              <a:defRPr spc="0">
                <a:solidFill>
                  <a:schemeClr val="accent1"/>
                </a:solidFill>
              </a:defRPr>
            </a:lvl1pPr>
          </a:lstStyle>
          <a:p>
            <a:pPr rtl="0"/>
            <a:fld id="{19B51A1E-902D-48AF-9020-955120F399B6}" type="slidenum">
              <a:rPr lang="de-DE" noProof="0" smtClean="0"/>
              <a:pPr/>
              <a:t>‹Nr.›</a:t>
            </a:fld>
            <a:endParaRPr lang="de-DE" noProof="0"/>
          </a:p>
        </p:txBody>
      </p:sp>
      <p:sp>
        <p:nvSpPr>
          <p:cNvPr id="28" name="Datumsplatzhalter 3">
            <a:extLst>
              <a:ext uri="{FF2B5EF4-FFF2-40B4-BE49-F238E27FC236}">
                <a16:creationId xmlns:a16="http://schemas.microsoft.com/office/drawing/2014/main" id="{99B42EE4-8774-49D2-8B69-8D680E8012D6}"/>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pPr rtl="0"/>
            <a:r>
              <a:rPr lang="de-DE" noProof="0"/>
              <a:t>22.06.20XX</a:t>
            </a:r>
          </a:p>
        </p:txBody>
      </p:sp>
    </p:spTree>
    <p:extLst>
      <p:ext uri="{BB962C8B-B14F-4D97-AF65-F5344CB8AC3E}">
        <p14:creationId xmlns:p14="http://schemas.microsoft.com/office/powerpoint/2010/main" val="392549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usammenfassung">
    <p:bg>
      <p:bgPr>
        <a:solidFill>
          <a:schemeClr val="accent1"/>
        </a:solidFill>
        <a:effectLst/>
      </p:bgPr>
    </p:bg>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BF8F5A6A-E29E-401A-801A-8FD9CAABA7A5}"/>
              </a:ext>
            </a:extLst>
          </p:cNvPr>
          <p:cNvSpPr>
            <a:spLocks noGrp="1"/>
          </p:cNvSpPr>
          <p:nvPr>
            <p:ph idx="1" hasCustomPrompt="1"/>
          </p:nvPr>
        </p:nvSpPr>
        <p:spPr>
          <a:xfrm>
            <a:off x="1162050" y="4662486"/>
            <a:ext cx="3975804" cy="1514476"/>
          </a:xfrm>
        </p:spPr>
        <p:txBody>
          <a:bodyPr lIns="0" rIns="0" rtlCol="0">
            <a:normAutofit/>
          </a:bodyPr>
          <a:lstStyle>
            <a:lvl1pPr marL="0" indent="0">
              <a:lnSpc>
                <a:spcPts val="1700"/>
              </a:lnSpc>
              <a:buNone/>
              <a:defRPr sz="1200">
                <a:solidFill>
                  <a:schemeClr val="accent3"/>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de-DE" noProof="0"/>
              <a:t>Textmasterformat durch Klicken bearbeiten</a:t>
            </a:r>
          </a:p>
        </p:txBody>
      </p:sp>
      <p:sp>
        <p:nvSpPr>
          <p:cNvPr id="4" name="Datumsplatzhalter 3">
            <a:extLst>
              <a:ext uri="{FF2B5EF4-FFF2-40B4-BE49-F238E27FC236}">
                <a16:creationId xmlns:a16="http://schemas.microsoft.com/office/drawing/2014/main" id="{3EDAC16E-5725-4AC1-AB85-871F25D26688}"/>
              </a:ext>
            </a:extLst>
          </p:cNvPr>
          <p:cNvSpPr>
            <a:spLocks noGrp="1"/>
          </p:cNvSpPr>
          <p:nvPr>
            <p:ph type="dt" sz="half" idx="10"/>
          </p:nvPr>
        </p:nvSpPr>
        <p:spPr>
          <a:xfrm>
            <a:off x="838200" y="6356350"/>
            <a:ext cx="925285" cy="365125"/>
          </a:xfrm>
        </p:spPr>
        <p:txBody>
          <a:bodyPr rtlCol="0"/>
          <a:lstStyle>
            <a:lvl1pPr>
              <a:defRPr>
                <a:solidFill>
                  <a:schemeClr val="accent3">
                    <a:lumMod val="60000"/>
                    <a:lumOff val="40000"/>
                  </a:schemeClr>
                </a:solidFill>
              </a:defRPr>
            </a:lvl1pPr>
          </a:lstStyle>
          <a:p>
            <a:pPr rtl="0"/>
            <a:r>
              <a:rPr lang="de-DE" noProof="0"/>
              <a:t>22.06.20XX</a:t>
            </a:r>
          </a:p>
        </p:txBody>
      </p:sp>
      <p:sp>
        <p:nvSpPr>
          <p:cNvPr id="5" name="Fußzeilenplatzhalter 4">
            <a:extLst>
              <a:ext uri="{FF2B5EF4-FFF2-40B4-BE49-F238E27FC236}">
                <a16:creationId xmlns:a16="http://schemas.microsoft.com/office/drawing/2014/main" id="{FD10B5D8-71E9-48DC-A04C-559359603CB0}"/>
              </a:ext>
            </a:extLst>
          </p:cNvPr>
          <p:cNvSpPr>
            <a:spLocks noGrp="1"/>
          </p:cNvSpPr>
          <p:nvPr>
            <p:ph type="ftr" sz="quarter" idx="11"/>
          </p:nvPr>
        </p:nvSpPr>
        <p:spPr>
          <a:xfrm>
            <a:off x="2764971" y="6356350"/>
            <a:ext cx="2372881" cy="365125"/>
          </a:xfrm>
        </p:spPr>
        <p:txBody>
          <a:bodyPr rtlCol="0"/>
          <a:lstStyle>
            <a:lvl1pPr algn="r">
              <a:defRPr>
                <a:solidFill>
                  <a:schemeClr val="accent3">
                    <a:lumMod val="60000"/>
                    <a:lumOff val="40000"/>
                  </a:schemeClr>
                </a:solidFill>
              </a:defRPr>
            </a:lvl1pPr>
          </a:lstStyle>
          <a:p>
            <a:pPr rtl="0"/>
            <a:r>
              <a:rPr lang="de-DE" noProof="0"/>
              <a:t>Verkaufspräsentation</a:t>
            </a:r>
          </a:p>
        </p:txBody>
      </p:sp>
      <p:sp>
        <p:nvSpPr>
          <p:cNvPr id="12" name="Bildplatzhalter 11">
            <a:extLst>
              <a:ext uri="{FF2B5EF4-FFF2-40B4-BE49-F238E27FC236}">
                <a16:creationId xmlns:a16="http://schemas.microsoft.com/office/drawing/2014/main" id="{E3A83D3B-4878-44A9-ADD4-00764E5E82E9}"/>
              </a:ext>
            </a:extLst>
          </p:cNvPr>
          <p:cNvSpPr>
            <a:spLocks noGrp="1"/>
          </p:cNvSpPr>
          <p:nvPr>
            <p:ph type="pic" sz="quarter" idx="13"/>
          </p:nvPr>
        </p:nvSpPr>
        <p:spPr>
          <a:xfrm>
            <a:off x="6644640" y="0"/>
            <a:ext cx="5547360" cy="6858000"/>
          </a:xfrm>
        </p:spPr>
        <p:txBody>
          <a:bodyPr rtlCol="0"/>
          <a:lstStyle/>
          <a:p>
            <a:pPr rtl="0"/>
            <a:r>
              <a:rPr lang="de-DE" noProof="0"/>
              <a:t>Bild durch Klicken auf Symbol hinzufügen</a:t>
            </a:r>
          </a:p>
        </p:txBody>
      </p:sp>
      <p:cxnSp>
        <p:nvCxnSpPr>
          <p:cNvPr id="15" name="Gerader Verbinder 14">
            <a:extLst>
              <a:ext uri="{FF2B5EF4-FFF2-40B4-BE49-F238E27FC236}">
                <a16:creationId xmlns:a16="http://schemas.microsoft.com/office/drawing/2014/main" id="{FFB9B857-A210-44D8-8C91-781E2B69B771}"/>
              </a:ext>
            </a:extLst>
          </p:cNvPr>
          <p:cNvCxnSpPr/>
          <p:nvPr userDrawn="1"/>
        </p:nvCxnSpPr>
        <p:spPr>
          <a:xfrm>
            <a:off x="1162050" y="2333625"/>
            <a:ext cx="0" cy="200025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Bild 8" descr="Ein Bild mit einem Baum, Natur, Frühling.&#10;&#10;Automatisch generierte Beschreibung.">
            <a:extLst>
              <a:ext uri="{FF2B5EF4-FFF2-40B4-BE49-F238E27FC236}">
                <a16:creationId xmlns:a16="http://schemas.microsoft.com/office/drawing/2014/main" id="{4A63342F-743C-459F-B121-7E344300D8B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078480" y="3291840"/>
            <a:ext cx="6858000" cy="274320"/>
          </a:xfrm>
          <a:prstGeom prst="rect">
            <a:avLst/>
          </a:prstGeom>
        </p:spPr>
      </p:pic>
      <p:sp>
        <p:nvSpPr>
          <p:cNvPr id="10" name="Textplatzhalter 4">
            <a:extLst>
              <a:ext uri="{FF2B5EF4-FFF2-40B4-BE49-F238E27FC236}">
                <a16:creationId xmlns:a16="http://schemas.microsoft.com/office/drawing/2014/main" id="{5E13AA0B-9749-4C5F-A7F8-7C789F442937}"/>
              </a:ext>
            </a:extLst>
          </p:cNvPr>
          <p:cNvSpPr>
            <a:spLocks noGrp="1"/>
          </p:cNvSpPr>
          <p:nvPr>
            <p:ph type="body" sz="quarter" idx="14" hasCustomPrompt="1"/>
          </p:nvPr>
        </p:nvSpPr>
        <p:spPr>
          <a:xfrm>
            <a:off x="640080" y="768096"/>
            <a:ext cx="1856232" cy="1856232"/>
          </a:xfrm>
          <a:noFill/>
        </p:spPr>
        <p:txBody>
          <a:bodyPr spcFirstLastPara="1" wrap="square" lIns="91440" tIns="45720" rIns="91440" bIns="45720" numCol="1" rtlCol="0">
            <a:prstTxWarp prst="textCircle">
              <a:avLst/>
            </a:prstTxWarp>
            <a:spAutoFit/>
          </a:bodyPr>
          <a:lstStyle>
            <a:lvl1pPr>
              <a:defRPr lang="en-US" sz="2000" b="0" cap="all" spc="0" baseline="0" dirty="0">
                <a:ln w="0"/>
                <a:solidFill>
                  <a:schemeClr val="accent1">
                    <a:lumMod val="75000"/>
                  </a:schemeClr>
                </a:solidFill>
              </a:defRPr>
            </a:lvl1pPr>
          </a:lstStyle>
          <a:p>
            <a:pPr marL="0" lvl="0" algn="ctr" rtl="0"/>
            <a:r>
              <a:rPr lang="de-DE" noProof="0"/>
              <a:t>Textmasterformat durch Klicken bearbeiten</a:t>
            </a:r>
          </a:p>
        </p:txBody>
      </p:sp>
      <p:sp>
        <p:nvSpPr>
          <p:cNvPr id="6" name="Foliennummernplatzhalt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rtlCol="0"/>
          <a:lstStyle>
            <a:lvl1pPr>
              <a:defRPr>
                <a:solidFill>
                  <a:schemeClr val="accent1"/>
                </a:solidFill>
              </a:defRPr>
            </a:lvl1pPr>
          </a:lstStyle>
          <a:p>
            <a:pPr rtl="0"/>
            <a:fld id="{B5CEABB6-07DC-46E8-9B57-56EC44A396E5}" type="slidenum">
              <a:rPr lang="de-DE" noProof="0" smtClean="0"/>
              <a:pPr/>
              <a:t>‹Nr.›</a:t>
            </a:fld>
            <a:endParaRPr lang="de-DE" noProof="0"/>
          </a:p>
        </p:txBody>
      </p:sp>
      <p:sp>
        <p:nvSpPr>
          <p:cNvPr id="2" name="Titel 1">
            <a:extLst>
              <a:ext uri="{FF2B5EF4-FFF2-40B4-BE49-F238E27FC236}">
                <a16:creationId xmlns:a16="http://schemas.microsoft.com/office/drawing/2014/main" id="{A4AE12D1-08AF-45E9-A34A-BDE9E860BAA2}"/>
              </a:ext>
            </a:extLst>
          </p:cNvPr>
          <p:cNvSpPr>
            <a:spLocks noGrp="1"/>
          </p:cNvSpPr>
          <p:nvPr>
            <p:ph type="title" hasCustomPrompt="1"/>
          </p:nvPr>
        </p:nvSpPr>
        <p:spPr>
          <a:xfrm>
            <a:off x="1162050" y="523875"/>
            <a:ext cx="3975802" cy="1514476"/>
          </a:xfrm>
        </p:spPr>
        <p:txBody>
          <a:bodyPr lIns="0" rIns="0" rtlCol="0" anchor="b"/>
          <a:lstStyle>
            <a:lvl1pPr>
              <a:defRPr>
                <a:solidFill>
                  <a:schemeClr val="accent3"/>
                </a:solidFill>
              </a:defRPr>
            </a:lvl1pPr>
          </a:lstStyle>
          <a:p>
            <a:pPr rtl="0"/>
            <a:r>
              <a:rPr lang="de-DE" noProof="0"/>
              <a:t>Zum Bearbeiten klicken</a:t>
            </a:r>
          </a:p>
        </p:txBody>
      </p:sp>
    </p:spTree>
    <p:extLst>
      <p:ext uri="{BB962C8B-B14F-4D97-AF65-F5344CB8AC3E}">
        <p14:creationId xmlns:p14="http://schemas.microsoft.com/office/powerpoint/2010/main" val="1254362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hluss">
    <p:bg>
      <p:bgPr>
        <a:solidFill>
          <a:schemeClr val="accent1"/>
        </a:solidFill>
        <a:effectLst/>
      </p:bgPr>
    </p:bg>
    <p:spTree>
      <p:nvGrpSpPr>
        <p:cNvPr id="1" name=""/>
        <p:cNvGrpSpPr/>
        <p:nvPr/>
      </p:nvGrpSpPr>
      <p:grpSpPr>
        <a:xfrm>
          <a:off x="0" y="0"/>
          <a:ext cx="0" cy="0"/>
          <a:chOff x="0" y="0"/>
          <a:chExt cx="0" cy="0"/>
        </a:xfrm>
      </p:grpSpPr>
      <p:pic>
        <p:nvPicPr>
          <p:cNvPr id="6" name="Bild 5" descr="Ein Bild mit einem Baum, Natur, Frühling.&#10;&#10;Automatisch generierte Beschreibung.">
            <a:extLst>
              <a:ext uri="{FF2B5EF4-FFF2-40B4-BE49-F238E27FC236}">
                <a16:creationId xmlns:a16="http://schemas.microsoft.com/office/drawing/2014/main" id="{518D6250-5EE6-4875-8BAD-D7140B01B2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4392931" y="-941071"/>
            <a:ext cx="6858000" cy="8740141"/>
          </a:xfrm>
          <a:prstGeom prst="rect">
            <a:avLst/>
          </a:prstGeom>
        </p:spPr>
      </p:pic>
      <p:sp>
        <p:nvSpPr>
          <p:cNvPr id="10" name="Bildplatzhalter 9">
            <a:extLst>
              <a:ext uri="{FF2B5EF4-FFF2-40B4-BE49-F238E27FC236}">
                <a16:creationId xmlns:a16="http://schemas.microsoft.com/office/drawing/2014/main" id="{0D510E1D-A8A6-4E4B-8055-B484B4853348}"/>
              </a:ext>
            </a:extLst>
          </p:cNvPr>
          <p:cNvSpPr>
            <a:spLocks noGrp="1"/>
          </p:cNvSpPr>
          <p:nvPr>
            <p:ph type="pic" sz="quarter" idx="13"/>
          </p:nvPr>
        </p:nvSpPr>
        <p:spPr>
          <a:xfrm>
            <a:off x="3931921" y="536574"/>
            <a:ext cx="7780020" cy="5784853"/>
          </a:xfrm>
        </p:spPr>
        <p:txBody>
          <a:bodyPr rtlCol="0"/>
          <a:lstStyle/>
          <a:p>
            <a:pPr rtl="0"/>
            <a:r>
              <a:rPr lang="de-DE" noProof="0"/>
              <a:t>Bild durch Klicken auf Symbol hinzufügen</a:t>
            </a:r>
          </a:p>
        </p:txBody>
      </p:sp>
      <p:sp>
        <p:nvSpPr>
          <p:cNvPr id="2" name="Titel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5300" y="1122363"/>
            <a:ext cx="4446270" cy="1874837"/>
          </a:xfrm>
        </p:spPr>
        <p:txBody>
          <a:bodyPr rtlCol="0" anchor="t">
            <a:noAutofit/>
          </a:bodyPr>
          <a:lstStyle>
            <a:lvl1pPr algn="l">
              <a:defRPr sz="6600">
                <a:solidFill>
                  <a:schemeClr val="accent3"/>
                </a:solidFill>
              </a:defRPr>
            </a:lvl1pPr>
          </a:lstStyle>
          <a:p>
            <a:pPr rtl="0"/>
            <a:r>
              <a:rPr lang="de-DE" noProof="0"/>
              <a:t>Titelmaster durch Klicken bearbeiten</a:t>
            </a:r>
          </a:p>
        </p:txBody>
      </p:sp>
      <p:sp>
        <p:nvSpPr>
          <p:cNvPr id="3" name="Untertitel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1145858" y="3779212"/>
            <a:ext cx="1708784" cy="1156332"/>
          </a:xfrm>
        </p:spPr>
        <p:txBody>
          <a:bodyPr rtlCol="0"/>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Zum Bearbeiten klicken</a:t>
            </a:r>
          </a:p>
        </p:txBody>
      </p:sp>
      <p:cxnSp>
        <p:nvCxnSpPr>
          <p:cNvPr id="14" name="Gerader Verbinder 13">
            <a:extLst>
              <a:ext uri="{FF2B5EF4-FFF2-40B4-BE49-F238E27FC236}">
                <a16:creationId xmlns:a16="http://schemas.microsoft.com/office/drawing/2014/main" id="{E6BAFCD4-E08A-4CBF-B3C6-F99D6523EB03}"/>
              </a:ext>
            </a:extLst>
          </p:cNvPr>
          <p:cNvCxnSpPr>
            <a:cxnSpLocks/>
          </p:cNvCxnSpPr>
          <p:nvPr userDrawn="1"/>
        </p:nvCxnSpPr>
        <p:spPr>
          <a:xfrm flipH="1">
            <a:off x="1145859" y="4757108"/>
            <a:ext cx="230600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platzhalter 10">
            <a:extLst>
              <a:ext uri="{FF2B5EF4-FFF2-40B4-BE49-F238E27FC236}">
                <a16:creationId xmlns:a16="http://schemas.microsoft.com/office/drawing/2014/main" id="{ACDE2589-A5DF-4CFB-80DA-F3EB6E9A25A6}"/>
              </a:ext>
            </a:extLst>
          </p:cNvPr>
          <p:cNvSpPr>
            <a:spLocks noGrp="1"/>
          </p:cNvSpPr>
          <p:nvPr>
            <p:ph type="body" sz="quarter" idx="34" hasCustomPrompt="1"/>
          </p:nvPr>
        </p:nvSpPr>
        <p:spPr>
          <a:xfrm>
            <a:off x="1145858" y="5579334"/>
            <a:ext cx="1708784" cy="1116118"/>
          </a:xfrm>
        </p:spPr>
        <p:txBody>
          <a:bodyPr rtlCol="0">
            <a:normAutofit/>
          </a:bodyPr>
          <a:lstStyle>
            <a:lvl1pPr marL="0" indent="0" algn="l">
              <a:lnSpc>
                <a:spcPts val="1700"/>
              </a:lnSpc>
              <a:buNone/>
              <a:defRPr sz="1200">
                <a:solidFill>
                  <a:schemeClr val="accent3"/>
                </a:solidFill>
              </a:defRPr>
            </a:lvl1pPr>
          </a:lstStyle>
          <a:p>
            <a:pPr lvl="0" rtl="0"/>
            <a:r>
              <a:rPr lang="de-DE" noProof="0"/>
              <a:t>Beschreibung zum Aufzählungszeichen</a:t>
            </a:r>
          </a:p>
        </p:txBody>
      </p:sp>
      <p:sp>
        <p:nvSpPr>
          <p:cNvPr id="11" name="Textplatzhalter 4">
            <a:extLst>
              <a:ext uri="{FF2B5EF4-FFF2-40B4-BE49-F238E27FC236}">
                <a16:creationId xmlns:a16="http://schemas.microsoft.com/office/drawing/2014/main" id="{5CE3F9E1-78CA-4716-9303-F5DE95A9077D}"/>
              </a:ext>
            </a:extLst>
          </p:cNvPr>
          <p:cNvSpPr>
            <a:spLocks noGrp="1"/>
          </p:cNvSpPr>
          <p:nvPr>
            <p:ph type="body" sz="quarter" idx="14" hasCustomPrompt="1"/>
          </p:nvPr>
        </p:nvSpPr>
        <p:spPr>
          <a:xfrm>
            <a:off x="722376" y="3264408"/>
            <a:ext cx="1993392" cy="1993392"/>
          </a:xfrm>
          <a:noFill/>
        </p:spPr>
        <p:txBody>
          <a:bodyPr spcFirstLastPara="1" wrap="square" lIns="91440" tIns="45720" rIns="91440" bIns="45720" numCol="1" rtlCol="0">
            <a:prstTxWarp prst="textCircle">
              <a:avLst/>
            </a:prstTxWarp>
            <a:spAutoFit/>
          </a:bodyPr>
          <a:lstStyle>
            <a:lvl1pPr>
              <a:defRPr lang="en-US" sz="2000" b="0" cap="all" spc="0" baseline="0" dirty="0">
                <a:ln w="0"/>
                <a:solidFill>
                  <a:schemeClr val="accent1">
                    <a:lumMod val="75000"/>
                  </a:schemeClr>
                </a:solidFill>
              </a:defRPr>
            </a:lvl1pPr>
          </a:lstStyle>
          <a:p>
            <a:pPr marL="0" lvl="0" algn="ctr" rtl="0"/>
            <a:r>
              <a:rPr lang="de-DE" noProof="0"/>
              <a:t>Textmasterformat durch Klicken bearbeiten</a:t>
            </a:r>
          </a:p>
        </p:txBody>
      </p:sp>
    </p:spTree>
    <p:extLst>
      <p:ext uri="{BB962C8B-B14F-4D97-AF65-F5344CB8AC3E}">
        <p14:creationId xmlns:p14="http://schemas.microsoft.com/office/powerpoint/2010/main" val="1138353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700">
                <a:solidFill>
                  <a:schemeClr val="tx1">
                    <a:tint val="75000"/>
                  </a:schemeClr>
                </a:solidFill>
              </a:defRPr>
            </a:lvl1pPr>
          </a:lstStyle>
          <a:p>
            <a:r>
              <a:rPr lang="de-DE" noProof="0"/>
              <a:t>22.06.20XX</a:t>
            </a:r>
            <a:endParaRPr lang="de-DE" sz="700" noProof="0"/>
          </a:p>
        </p:txBody>
      </p:sp>
      <p:sp>
        <p:nvSpPr>
          <p:cNvPr id="5" name="Fußzeilenplatzhalt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700">
                <a:solidFill>
                  <a:schemeClr val="tx1">
                    <a:tint val="75000"/>
                  </a:schemeClr>
                </a:solidFill>
              </a:defRPr>
            </a:lvl1pPr>
          </a:lstStyle>
          <a:p>
            <a:r>
              <a:rPr lang="de-DE" noProof="0"/>
              <a:t>Verkaufspräsentation</a:t>
            </a:r>
            <a:endParaRPr lang="de-DE" sz="700" noProof="0"/>
          </a:p>
        </p:txBody>
      </p:sp>
      <p:sp>
        <p:nvSpPr>
          <p:cNvPr id="6" name="Foliennummernplatzhalt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700">
                <a:solidFill>
                  <a:schemeClr val="tx1">
                    <a:tint val="75000"/>
                  </a:schemeClr>
                </a:solidFill>
              </a:defRPr>
            </a:lvl1pPr>
          </a:lstStyle>
          <a:p>
            <a:fld id="{B5CEABB6-07DC-46E8-9B57-56EC44A396E5}" type="slidenum">
              <a:rPr lang="de-DE" noProof="0" smtClean="0"/>
              <a:pPr/>
              <a:t>‹Nr.›</a:t>
            </a:fld>
            <a:endParaRPr lang="de-DE" sz="700" noProof="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54" r:id="rId5"/>
    <p:sldLayoutId id="2147483667" r:id="rId6"/>
    <p:sldLayoutId id="2147483668" r:id="rId7"/>
    <p:sldLayoutId id="2147483669" r:id="rId8"/>
    <p:sldLayoutId id="2147483671" r:id="rId9"/>
    <p:sldLayoutId id="2147483672" r:id="rId10"/>
    <p:sldLayoutId id="2147483653" r:id="rId11"/>
    <p:sldLayoutId id="2147483663" r:id="rId12"/>
    <p:sldLayoutId id="2147483666" r:id="rId13"/>
    <p:sldLayoutId id="2147483678" r:id="rId14"/>
    <p:sldLayoutId id="2147483680" r:id="rId15"/>
    <p:sldLayoutId id="2147483679" r:id="rId16"/>
    <p:sldLayoutId id="2147483674" r:id="rId17"/>
    <p:sldLayoutId id="2147483675" r:id="rId18"/>
    <p:sldLayoutId id="2147483655" r:id="rId19"/>
    <p:sldLayoutId id="2147483676" r:id="rId20"/>
    <p:sldLayoutId id="2147483677"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platzhalter 30">
            <a:extLst>
              <a:ext uri="{FF2B5EF4-FFF2-40B4-BE49-F238E27FC236}">
                <a16:creationId xmlns:a16="http://schemas.microsoft.com/office/drawing/2014/main" id="{2AA5CFA6-DFAB-4166-9748-6F0CAB135BE6}"/>
              </a:ext>
            </a:extLst>
          </p:cNvPr>
          <p:cNvSpPr>
            <a:spLocks noGrp="1"/>
          </p:cNvSpPr>
          <p:nvPr>
            <p:ph type="body" sz="quarter" idx="14"/>
          </p:nvPr>
        </p:nvSpPr>
        <p:spPr>
          <a:xfrm>
            <a:off x="9341358" y="4162298"/>
            <a:ext cx="1993392" cy="1993392"/>
          </a:xfrm>
        </p:spPr>
        <p:txBody>
          <a:bodyPr rtlCol="0"/>
          <a:lstStyle/>
          <a:p>
            <a:pPr rtl="0"/>
            <a:r>
              <a:rPr lang="de-DE" dirty="0"/>
              <a:t>Zwei Möglichkeiten wie wir das Problem mit dem Kohlenstoffdioxid in den Griff bekommen könnten        </a:t>
            </a:r>
          </a:p>
        </p:txBody>
      </p:sp>
      <p:pic>
        <p:nvPicPr>
          <p:cNvPr id="8" name="Bildplatzhalter 7" descr="Ein Bild mit einer Kleiderboutique. Drei Frauen, die einkaufen.">
            <a:extLst>
              <a:ext uri="{FF2B5EF4-FFF2-40B4-BE49-F238E27FC236}">
                <a16:creationId xmlns:a16="http://schemas.microsoft.com/office/drawing/2014/main" id="{32238C12-2174-4712-863E-D187FCA60EF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495300" y="536574"/>
            <a:ext cx="7620000" cy="5784853"/>
          </a:xfrm>
        </p:spPr>
      </p:pic>
      <p:sp>
        <p:nvSpPr>
          <p:cNvPr id="2" name="Titel 1">
            <a:extLst>
              <a:ext uri="{FF2B5EF4-FFF2-40B4-BE49-F238E27FC236}">
                <a16:creationId xmlns:a16="http://schemas.microsoft.com/office/drawing/2014/main" id="{216815C6-3AD0-46E6-A74A-1967BD91AF50}"/>
              </a:ext>
            </a:extLst>
          </p:cNvPr>
          <p:cNvSpPr>
            <a:spLocks noGrp="1"/>
          </p:cNvSpPr>
          <p:nvPr>
            <p:ph type="ctrTitle"/>
          </p:nvPr>
        </p:nvSpPr>
        <p:spPr>
          <a:xfrm>
            <a:off x="6888480" y="1122363"/>
            <a:ext cx="4446270" cy="2387600"/>
          </a:xfrm>
        </p:spPr>
        <p:txBody>
          <a:bodyPr rtlCol="0"/>
          <a:lstStyle/>
          <a:p>
            <a:pPr algn="r" rtl="0"/>
            <a:r>
              <a:rPr lang="de-DE" dirty="0"/>
              <a:t>CDR &amp; SRM</a:t>
            </a:r>
          </a:p>
        </p:txBody>
      </p:sp>
      <p:sp>
        <p:nvSpPr>
          <p:cNvPr id="3" name="Untertitel 2">
            <a:extLst>
              <a:ext uri="{FF2B5EF4-FFF2-40B4-BE49-F238E27FC236}">
                <a16:creationId xmlns:a16="http://schemas.microsoft.com/office/drawing/2014/main" id="{1901B20D-4C28-4DA3-ABBD-718C22A5E58B}"/>
              </a:ext>
            </a:extLst>
          </p:cNvPr>
          <p:cNvSpPr>
            <a:spLocks noGrp="1"/>
          </p:cNvSpPr>
          <p:nvPr>
            <p:ph type="subTitle" idx="1"/>
          </p:nvPr>
        </p:nvSpPr>
        <p:spPr>
          <a:xfrm>
            <a:off x="9472750" y="4645391"/>
            <a:ext cx="1708784" cy="1156332"/>
          </a:xfrm>
        </p:spPr>
        <p:txBody>
          <a:bodyPr rtlCol="0" anchor="ctr"/>
          <a:lstStyle/>
          <a:p>
            <a:pPr algn="ctr" rtl="0"/>
            <a:r>
              <a:rPr lang="de-DE" dirty="0"/>
              <a:t>Christian Unger</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E54ABB-4929-4810-950B-2DAEA0A5BAB4}"/>
              </a:ext>
            </a:extLst>
          </p:cNvPr>
          <p:cNvSpPr>
            <a:spLocks noGrp="1"/>
          </p:cNvSpPr>
          <p:nvPr>
            <p:ph type="title"/>
          </p:nvPr>
        </p:nvSpPr>
        <p:spPr>
          <a:xfrm>
            <a:off x="838200" y="473868"/>
            <a:ext cx="4985951" cy="1437309"/>
          </a:xfrm>
        </p:spPr>
        <p:txBody>
          <a:bodyPr rtlCol="0" anchor="t">
            <a:normAutofit/>
          </a:bodyPr>
          <a:lstStyle/>
          <a:p>
            <a:pPr rtl="0"/>
            <a:r>
              <a:rPr lang="de-DE" dirty="0"/>
              <a:t>Das erwartet Euch:</a:t>
            </a:r>
          </a:p>
        </p:txBody>
      </p:sp>
      <p:sp>
        <p:nvSpPr>
          <p:cNvPr id="6" name="Textplatzhalter 5">
            <a:extLst>
              <a:ext uri="{FF2B5EF4-FFF2-40B4-BE49-F238E27FC236}">
                <a16:creationId xmlns:a16="http://schemas.microsoft.com/office/drawing/2014/main" id="{0FE22F9B-4BF8-41DC-8F1C-836B546E59AD}"/>
              </a:ext>
            </a:extLst>
          </p:cNvPr>
          <p:cNvSpPr>
            <a:spLocks noGrp="1"/>
          </p:cNvSpPr>
          <p:nvPr>
            <p:ph type="body" idx="15"/>
          </p:nvPr>
        </p:nvSpPr>
        <p:spPr>
          <a:xfrm>
            <a:off x="857251" y="2260384"/>
            <a:ext cx="4507229" cy="524308"/>
          </a:xfrm>
        </p:spPr>
        <p:txBody>
          <a:bodyPr rtlCol="0"/>
          <a:lstStyle/>
          <a:p>
            <a:pPr rtl="0"/>
            <a:r>
              <a:rPr lang="de-DE" dirty="0"/>
              <a:t>Das Dilemma mit dem CO</a:t>
            </a:r>
            <a:r>
              <a:rPr lang="de-DE" baseline="-25000" dirty="0"/>
              <a:t>2</a:t>
            </a:r>
          </a:p>
        </p:txBody>
      </p:sp>
      <p:sp>
        <p:nvSpPr>
          <p:cNvPr id="7" name="Inhaltsplatzhalter 6">
            <a:extLst>
              <a:ext uri="{FF2B5EF4-FFF2-40B4-BE49-F238E27FC236}">
                <a16:creationId xmlns:a16="http://schemas.microsoft.com/office/drawing/2014/main" id="{6B35F89A-6CDF-41F7-BD87-18B45BD7330B}"/>
              </a:ext>
            </a:extLst>
          </p:cNvPr>
          <p:cNvSpPr>
            <a:spLocks noGrp="1"/>
          </p:cNvSpPr>
          <p:nvPr>
            <p:ph type="body" idx="17"/>
          </p:nvPr>
        </p:nvSpPr>
        <p:spPr>
          <a:xfrm>
            <a:off x="857251" y="3652757"/>
            <a:ext cx="5430338" cy="524308"/>
          </a:xfrm>
        </p:spPr>
        <p:txBody>
          <a:bodyPr vert="horz" lIns="91440" tIns="45720" rIns="91440" bIns="45720" rtlCol="0" anchor="t">
            <a:normAutofit/>
          </a:bodyPr>
          <a:lstStyle/>
          <a:p>
            <a:pPr rtl="0"/>
            <a:r>
              <a:rPr lang="de-DE" noProof="1"/>
              <a:t>Hauptteil: CDR und SRM</a:t>
            </a:r>
          </a:p>
        </p:txBody>
      </p:sp>
      <p:sp>
        <p:nvSpPr>
          <p:cNvPr id="8" name="Textplatzhalter 7">
            <a:extLst>
              <a:ext uri="{FF2B5EF4-FFF2-40B4-BE49-F238E27FC236}">
                <a16:creationId xmlns:a16="http://schemas.microsoft.com/office/drawing/2014/main" id="{E92B9716-8D44-4864-8986-720957B34362}"/>
              </a:ext>
            </a:extLst>
          </p:cNvPr>
          <p:cNvSpPr>
            <a:spLocks noGrp="1"/>
          </p:cNvSpPr>
          <p:nvPr>
            <p:ph type="body" idx="19"/>
          </p:nvPr>
        </p:nvSpPr>
        <p:spPr>
          <a:xfrm>
            <a:off x="857251" y="5054654"/>
            <a:ext cx="5674178" cy="1006511"/>
          </a:xfrm>
        </p:spPr>
        <p:txBody>
          <a:bodyPr rtlCol="0"/>
          <a:lstStyle/>
          <a:p>
            <a:pPr rtl="0"/>
            <a:r>
              <a:rPr lang="de-DE" sz="2000" dirty="0"/>
              <a:t>Wollen wir </a:t>
            </a:r>
            <a:r>
              <a:rPr lang="de-DE" sz="2000" dirty="0" err="1"/>
              <a:t>dus</a:t>
            </a:r>
            <a:r>
              <a:rPr lang="de-DE" sz="2000" dirty="0"/>
              <a:t> wirklich mach? Meine Meinung</a:t>
            </a:r>
          </a:p>
        </p:txBody>
      </p:sp>
      <p:sp>
        <p:nvSpPr>
          <p:cNvPr id="69" name="Datumsplatzhalter 68">
            <a:extLst>
              <a:ext uri="{FF2B5EF4-FFF2-40B4-BE49-F238E27FC236}">
                <a16:creationId xmlns:a16="http://schemas.microsoft.com/office/drawing/2014/main" id="{1DBB0ED0-EE80-4D3C-ADBC-320A9C400ADC}"/>
              </a:ext>
            </a:extLst>
          </p:cNvPr>
          <p:cNvSpPr>
            <a:spLocks noGrp="1"/>
          </p:cNvSpPr>
          <p:nvPr>
            <p:ph type="dt" sz="half" idx="10"/>
          </p:nvPr>
        </p:nvSpPr>
        <p:spPr>
          <a:xfrm>
            <a:off x="838200" y="6356350"/>
            <a:ext cx="2743200" cy="365125"/>
          </a:xfrm>
        </p:spPr>
        <p:txBody>
          <a:bodyPr rtlCol="0"/>
          <a:lstStyle/>
          <a:p>
            <a:pPr rtl="0"/>
            <a:r>
              <a:rPr lang="de-DE" dirty="0"/>
              <a:t>1. April 2023</a:t>
            </a:r>
          </a:p>
        </p:txBody>
      </p:sp>
      <p:sp>
        <p:nvSpPr>
          <p:cNvPr id="70" name="Fußzeilenplatzhalter 69">
            <a:extLst>
              <a:ext uri="{FF2B5EF4-FFF2-40B4-BE49-F238E27FC236}">
                <a16:creationId xmlns:a16="http://schemas.microsoft.com/office/drawing/2014/main" id="{12B1BCF5-B7EC-40D8-A897-F2D078E8BB07}"/>
              </a:ext>
            </a:extLst>
          </p:cNvPr>
          <p:cNvSpPr>
            <a:spLocks noGrp="1"/>
          </p:cNvSpPr>
          <p:nvPr>
            <p:ph type="ftr" sz="quarter" idx="11"/>
          </p:nvPr>
        </p:nvSpPr>
        <p:spPr>
          <a:xfrm>
            <a:off x="4038600" y="6356350"/>
            <a:ext cx="4114800" cy="365125"/>
          </a:xfrm>
        </p:spPr>
        <p:txBody>
          <a:bodyPr rtlCol="0"/>
          <a:lstStyle/>
          <a:p>
            <a:pPr rtl="0"/>
            <a:r>
              <a:rPr lang="de-DE" dirty="0"/>
              <a:t>Mein Vortrag in PW</a:t>
            </a:r>
          </a:p>
        </p:txBody>
      </p:sp>
      <p:sp>
        <p:nvSpPr>
          <p:cNvPr id="71" name="Foliennummernplatzhalter 70">
            <a:extLst>
              <a:ext uri="{FF2B5EF4-FFF2-40B4-BE49-F238E27FC236}">
                <a16:creationId xmlns:a16="http://schemas.microsoft.com/office/drawing/2014/main" id="{4CFFF867-B1AF-42AA-BEA4-FC371900A0B6}"/>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de-DE" smtClean="0"/>
              <a:pPr rtl="0"/>
              <a:t>2</a:t>
            </a:fld>
            <a:endParaRPr lang="de-DE" dirty="0"/>
          </a:p>
        </p:txBody>
      </p:sp>
    </p:spTree>
    <p:extLst>
      <p:ext uri="{BB962C8B-B14F-4D97-AF65-F5344CB8AC3E}">
        <p14:creationId xmlns:p14="http://schemas.microsoft.com/office/powerpoint/2010/main" val="2121178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708C79-A4AC-4B5D-92DF-600737E4D11A}"/>
              </a:ext>
            </a:extLst>
          </p:cNvPr>
          <p:cNvSpPr>
            <a:spLocks noGrp="1"/>
          </p:cNvSpPr>
          <p:nvPr>
            <p:ph type="title"/>
          </p:nvPr>
        </p:nvSpPr>
        <p:spPr>
          <a:xfrm>
            <a:off x="6724244" y="473869"/>
            <a:ext cx="4603750" cy="1226572"/>
          </a:xfrm>
        </p:spPr>
        <p:txBody>
          <a:bodyPr rtlCol="0">
            <a:normAutofit/>
          </a:bodyPr>
          <a:lstStyle/>
          <a:p>
            <a:pPr rtl="0"/>
            <a:r>
              <a:rPr lang="de-DE" dirty="0">
                <a:solidFill>
                  <a:srgbClr val="FF0000"/>
                </a:solidFill>
                <a:latin typeface="Abadi" panose="020B0604020104020204" pitchFamily="34" charset="0"/>
              </a:rPr>
              <a:t>Problem</a:t>
            </a:r>
          </a:p>
        </p:txBody>
      </p:sp>
      <p:sp>
        <p:nvSpPr>
          <p:cNvPr id="172" name="Datumsplatzhalter 171">
            <a:extLst>
              <a:ext uri="{FF2B5EF4-FFF2-40B4-BE49-F238E27FC236}">
                <a16:creationId xmlns:a16="http://schemas.microsoft.com/office/drawing/2014/main" id="{97236E89-C764-4B44-A276-073225C8206B}"/>
              </a:ext>
            </a:extLst>
          </p:cNvPr>
          <p:cNvSpPr>
            <a:spLocks noGrp="1"/>
          </p:cNvSpPr>
          <p:nvPr>
            <p:ph type="dt" sz="half" idx="10"/>
          </p:nvPr>
        </p:nvSpPr>
        <p:spPr>
          <a:xfrm>
            <a:off x="838200" y="6356350"/>
            <a:ext cx="2743200" cy="365125"/>
          </a:xfrm>
        </p:spPr>
        <p:txBody>
          <a:bodyPr rtlCol="0"/>
          <a:lstStyle/>
          <a:p>
            <a:pPr rtl="0"/>
            <a:r>
              <a:rPr lang="de-DE" dirty="0"/>
              <a:t>22.06.20XX</a:t>
            </a:r>
          </a:p>
        </p:txBody>
      </p:sp>
      <p:sp>
        <p:nvSpPr>
          <p:cNvPr id="16" name="Textplatzhalter 15">
            <a:extLst>
              <a:ext uri="{FF2B5EF4-FFF2-40B4-BE49-F238E27FC236}">
                <a16:creationId xmlns:a16="http://schemas.microsoft.com/office/drawing/2014/main" id="{83EB2364-9FFB-E957-DFCF-702AB5AD5B08}"/>
              </a:ext>
            </a:extLst>
          </p:cNvPr>
          <p:cNvSpPr>
            <a:spLocks noGrp="1"/>
          </p:cNvSpPr>
          <p:nvPr>
            <p:ph type="body" idx="1"/>
          </p:nvPr>
        </p:nvSpPr>
        <p:spPr>
          <a:xfrm>
            <a:off x="7035800" y="1846217"/>
            <a:ext cx="4298950" cy="4275909"/>
          </a:xfrm>
        </p:spPr>
        <p:txBody>
          <a:bodyPr>
            <a:normAutofit/>
          </a:bodyPr>
          <a:lstStyle/>
          <a:p>
            <a:r>
              <a:rPr lang="de-DE" sz="1400" dirty="0">
                <a:latin typeface="Aharoni" panose="02010803020104030203" pitchFamily="2" charset="-79"/>
                <a:cs typeface="Aharoni" panose="02010803020104030203" pitchFamily="2" charset="-79"/>
              </a:rPr>
              <a:t>Wenn man sich die Entwicklung des CO</a:t>
            </a:r>
            <a:r>
              <a:rPr lang="de-DE" sz="1400" baseline="-25000" dirty="0">
                <a:latin typeface="Aharoni" panose="02010803020104030203" pitchFamily="2" charset="-79"/>
                <a:cs typeface="Aharoni" panose="02010803020104030203" pitchFamily="2" charset="-79"/>
              </a:rPr>
              <a:t>2</a:t>
            </a:r>
            <a:r>
              <a:rPr lang="de-DE" sz="1400" dirty="0">
                <a:latin typeface="Aharoni" panose="02010803020104030203" pitchFamily="2" charset="-79"/>
                <a:cs typeface="Aharoni" panose="02010803020104030203" pitchFamily="2" charset="-79"/>
              </a:rPr>
              <a:t>-Gehalts anschaut, so stellt man fest, dass mit Beginn der industriellen Revolution Mitte des 19. Jhd. die Konzentration an CO2 in der Atmosphäre kontinuierlich und immer stärker angestiegen ist. Mit diesem Anstieg geht eine Veränderung der durchschnittlichen Temperatur einher. Das nennen wir den Klimawandel. Einige Menschen leugnen den Klimawandeln, so z.B. Donald Trump, aber was ich eigentlich sagen will ist, dass es einen großen Unterschied zwischen dem Wetter und dem Klima gibt.</a:t>
            </a:r>
          </a:p>
          <a:p>
            <a:r>
              <a:rPr lang="de-DE" sz="1400" dirty="0">
                <a:latin typeface="Aharoni" panose="02010803020104030203" pitchFamily="2" charset="-79"/>
                <a:cs typeface="Aharoni" panose="02010803020104030203" pitchFamily="2" charset="-79"/>
              </a:rPr>
              <a:t>Das Wetter ist ein tagesaktuelles und regionales Phänomen, während das Klima einen sehr langen Zeitraum betrachtet und so etwas wie ein Mittelwert ist. Das macht die Beobachtungen von Klimaänderungen sehr schwierig.</a:t>
            </a:r>
          </a:p>
          <a:p>
            <a:r>
              <a:rPr lang="de-DE" sz="1400" dirty="0"/>
              <a:t> </a:t>
            </a:r>
          </a:p>
        </p:txBody>
      </p:sp>
    </p:spTree>
    <p:extLst>
      <p:ext uri="{BB962C8B-B14F-4D97-AF65-F5344CB8AC3E}">
        <p14:creationId xmlns:p14="http://schemas.microsoft.com/office/powerpoint/2010/main" val="1738561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19F29B-F233-48AF-8261-F33A4E079E3E}"/>
              </a:ext>
            </a:extLst>
          </p:cNvPr>
          <p:cNvSpPr>
            <a:spLocks noGrp="1"/>
          </p:cNvSpPr>
          <p:nvPr>
            <p:ph type="title"/>
          </p:nvPr>
        </p:nvSpPr>
        <p:spPr>
          <a:xfrm>
            <a:off x="1162049" y="523875"/>
            <a:ext cx="9889128" cy="1514476"/>
          </a:xfrm>
        </p:spPr>
        <p:txBody>
          <a:bodyPr rtlCol="0" anchor="ctr">
            <a:normAutofit/>
          </a:bodyPr>
          <a:lstStyle/>
          <a:p>
            <a:pPr rtl="0"/>
            <a:r>
              <a:rPr lang="de-DE" dirty="0"/>
              <a:t>Gutes und schlechtes </a:t>
            </a:r>
            <a:r>
              <a:rPr lang="de-DE" dirty="0" err="1"/>
              <a:t>KOOhlenstoffdioxid</a:t>
            </a:r>
            <a:endParaRPr lang="de-DE" dirty="0"/>
          </a:p>
        </p:txBody>
      </p:sp>
      <p:sp>
        <p:nvSpPr>
          <p:cNvPr id="3" name="Untertitel 2">
            <a:extLst>
              <a:ext uri="{FF2B5EF4-FFF2-40B4-BE49-F238E27FC236}">
                <a16:creationId xmlns:a16="http://schemas.microsoft.com/office/drawing/2014/main" id="{35E3EA69-4E0E-41BD-8095-A124225A2647}"/>
              </a:ext>
            </a:extLst>
          </p:cNvPr>
          <p:cNvSpPr>
            <a:spLocks noGrp="1"/>
          </p:cNvSpPr>
          <p:nvPr>
            <p:ph idx="1"/>
          </p:nvPr>
        </p:nvSpPr>
        <p:spPr>
          <a:xfrm>
            <a:off x="1214301" y="2319880"/>
            <a:ext cx="4291399" cy="1754790"/>
          </a:xfrm>
        </p:spPr>
        <p:txBody>
          <a:bodyPr vert="horz" lIns="0" tIns="45720" rIns="91440" bIns="45720" rtlCol="0" anchor="t">
            <a:normAutofit/>
          </a:bodyPr>
          <a:lstStyle/>
          <a:p>
            <a:pPr marL="171450" indent="-171450" rtl="0">
              <a:buFont typeface="Arial" panose="020B0604020202020204" pitchFamily="34" charset="0"/>
              <a:buChar char="•"/>
            </a:pPr>
            <a:r>
              <a:rPr lang="de-DE" sz="2000" b="1" dirty="0">
                <a:latin typeface="Agency FB" panose="020B0503020202020204" pitchFamily="34" charset="0"/>
              </a:rPr>
              <a:t>CO</a:t>
            </a:r>
            <a:r>
              <a:rPr lang="de-DE" sz="2000" b="1" baseline="-25000" dirty="0">
                <a:latin typeface="Agency FB" panose="020B0503020202020204" pitchFamily="34" charset="0"/>
              </a:rPr>
              <a:t>2</a:t>
            </a:r>
            <a:r>
              <a:rPr lang="de-DE" sz="2000" b="1" dirty="0">
                <a:latin typeface="Agency FB" panose="020B0503020202020204" pitchFamily="34" charset="0"/>
              </a:rPr>
              <a:t> als Teil des natürlichen C-Kreislaufes</a:t>
            </a:r>
          </a:p>
          <a:p>
            <a:pPr marL="171450" indent="-171450" rtl="0">
              <a:buFont typeface="Arial" panose="020B0604020202020204" pitchFamily="34" charset="0"/>
              <a:buChar char="•"/>
            </a:pPr>
            <a:r>
              <a:rPr lang="de-DE" sz="2000" b="1" dirty="0">
                <a:latin typeface="Agency FB" panose="020B0503020202020204" pitchFamily="34" charset="0"/>
              </a:rPr>
              <a:t>CO</a:t>
            </a:r>
            <a:r>
              <a:rPr lang="de-DE" sz="2000" b="1" baseline="-25000" dirty="0">
                <a:latin typeface="Agency FB" panose="020B0503020202020204" pitchFamily="34" charset="0"/>
              </a:rPr>
              <a:t>2</a:t>
            </a:r>
            <a:r>
              <a:rPr lang="de-DE" sz="2000" b="1" dirty="0">
                <a:latin typeface="Agency FB" panose="020B0503020202020204" pitchFamily="34" charset="0"/>
              </a:rPr>
              <a:t> aus einer CO</a:t>
            </a:r>
            <a:r>
              <a:rPr lang="de-DE" sz="2000" b="1" baseline="-25000" dirty="0">
                <a:latin typeface="Agency FB" panose="020B0503020202020204" pitchFamily="34" charset="0"/>
              </a:rPr>
              <a:t>2</a:t>
            </a:r>
            <a:r>
              <a:rPr lang="de-DE" sz="2000" b="1" dirty="0">
                <a:latin typeface="Agency FB" panose="020B0503020202020204" pitchFamily="34" charset="0"/>
              </a:rPr>
              <a:t>-Senke freisetzen</a:t>
            </a:r>
          </a:p>
        </p:txBody>
      </p:sp>
      <p:sp>
        <p:nvSpPr>
          <p:cNvPr id="4" name="Foliennummernplatzhalt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de-DE" smtClean="0"/>
              <a:pPr rtl="0"/>
              <a:t>4</a:t>
            </a:fld>
            <a:endParaRPr lang="de-DE" dirty="0"/>
          </a:p>
        </p:txBody>
      </p:sp>
    </p:spTree>
    <p:extLst>
      <p:ext uri="{BB962C8B-B14F-4D97-AF65-F5344CB8AC3E}">
        <p14:creationId xmlns:p14="http://schemas.microsoft.com/office/powerpoint/2010/main" val="224349499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91CFAB-A735-4A31-A51D-42FE1F5E94E0}"/>
              </a:ext>
            </a:extLst>
          </p:cNvPr>
          <p:cNvSpPr>
            <a:spLocks noGrp="1"/>
          </p:cNvSpPr>
          <p:nvPr>
            <p:ph type="title"/>
          </p:nvPr>
        </p:nvSpPr>
        <p:spPr>
          <a:xfrm>
            <a:off x="838200" y="365125"/>
            <a:ext cx="10515600" cy="1325563"/>
          </a:xfrm>
        </p:spPr>
        <p:txBody>
          <a:bodyPr rtlCol="0">
            <a:normAutofit/>
          </a:bodyPr>
          <a:lstStyle/>
          <a:p>
            <a:pPr rtl="0"/>
            <a:r>
              <a:rPr lang="de-DE" sz="6000" i="1" dirty="0" err="1">
                <a:effectLst>
                  <a:outerShdw blurRad="38100" dist="38100" dir="2700000" algn="tl">
                    <a:srgbClr val="000000">
                      <a:alpha val="43137"/>
                    </a:srgbClr>
                  </a:outerShdw>
                </a:effectLst>
              </a:rPr>
              <a:t>Carbondioxid</a:t>
            </a:r>
            <a:r>
              <a:rPr lang="de-DE" sz="6000" i="1" dirty="0">
                <a:effectLst>
                  <a:outerShdw blurRad="38100" dist="38100" dir="2700000" algn="tl">
                    <a:srgbClr val="000000">
                      <a:alpha val="43137"/>
                    </a:srgbClr>
                  </a:outerShdw>
                </a:effectLst>
              </a:rPr>
              <a:t> </a:t>
            </a:r>
            <a:r>
              <a:rPr lang="de-DE" sz="6000" i="1" dirty="0" err="1">
                <a:effectLst>
                  <a:outerShdw blurRad="38100" dist="38100" dir="2700000" algn="tl">
                    <a:srgbClr val="000000">
                      <a:alpha val="43137"/>
                    </a:srgbClr>
                  </a:outerShdw>
                </a:effectLst>
              </a:rPr>
              <a:t>Removle</a:t>
            </a:r>
            <a:endParaRPr lang="de-DE" sz="6000" i="1" dirty="0">
              <a:effectLst>
                <a:outerShdw blurRad="38100" dist="38100" dir="2700000" algn="tl">
                  <a:srgbClr val="000000">
                    <a:alpha val="43137"/>
                  </a:srgbClr>
                </a:outerShdw>
              </a:effectLst>
            </a:endParaRPr>
          </a:p>
        </p:txBody>
      </p:sp>
      <p:sp>
        <p:nvSpPr>
          <p:cNvPr id="4" name="Inhaltsplatzhalter 3">
            <a:extLst>
              <a:ext uri="{FF2B5EF4-FFF2-40B4-BE49-F238E27FC236}">
                <a16:creationId xmlns:a16="http://schemas.microsoft.com/office/drawing/2014/main" id="{8421587F-8DFD-4A31-9931-8A346A92D87A}"/>
              </a:ext>
            </a:extLst>
          </p:cNvPr>
          <p:cNvSpPr>
            <a:spLocks noGrp="1"/>
          </p:cNvSpPr>
          <p:nvPr>
            <p:ph type="body" sz="quarter" idx="33"/>
          </p:nvPr>
        </p:nvSpPr>
        <p:spPr>
          <a:xfrm>
            <a:off x="496500" y="2704606"/>
            <a:ext cx="2589600" cy="360000"/>
          </a:xfrm>
        </p:spPr>
        <p:txBody>
          <a:bodyPr vert="horz" lIns="91440" tIns="45720" rIns="91440" bIns="45720" rtlCol="0" anchor="t">
            <a:normAutofit/>
          </a:bodyPr>
          <a:lstStyle/>
          <a:p>
            <a:pPr rtl="0"/>
            <a:r>
              <a:rPr lang="de-DE" dirty="0"/>
              <a:t>Erst Extrahieren</a:t>
            </a:r>
          </a:p>
        </p:txBody>
      </p:sp>
      <p:sp>
        <p:nvSpPr>
          <p:cNvPr id="5" name="Textplatzhalter 4">
            <a:extLst>
              <a:ext uri="{FF2B5EF4-FFF2-40B4-BE49-F238E27FC236}">
                <a16:creationId xmlns:a16="http://schemas.microsoft.com/office/drawing/2014/main" id="{116537D5-4FEF-4664-81C1-2C05E3127183}"/>
              </a:ext>
            </a:extLst>
          </p:cNvPr>
          <p:cNvSpPr>
            <a:spLocks noGrp="1"/>
          </p:cNvSpPr>
          <p:nvPr>
            <p:ph type="body" sz="quarter" idx="34"/>
          </p:nvPr>
        </p:nvSpPr>
        <p:spPr>
          <a:xfrm>
            <a:off x="496499" y="3128323"/>
            <a:ext cx="3274311" cy="1374008"/>
          </a:xfrm>
        </p:spPr>
        <p:txBody>
          <a:bodyPr rtlCol="0">
            <a:normAutofit/>
          </a:bodyPr>
          <a:lstStyle/>
          <a:p>
            <a:pPr rtl="0"/>
            <a:r>
              <a:rPr lang="de-DE" dirty="0"/>
              <a:t>Kein Problem</a:t>
            </a:r>
          </a:p>
          <a:p>
            <a:pPr rtl="0"/>
            <a:r>
              <a:rPr lang="de-DE" dirty="0"/>
              <a:t>Wie im Bio-Praktikum</a:t>
            </a:r>
          </a:p>
          <a:p>
            <a:pPr rtl="0"/>
            <a:r>
              <a:rPr lang="de-DE" dirty="0"/>
              <a:t>Oder Luft runterkühlen - Trockeneis</a:t>
            </a:r>
          </a:p>
        </p:txBody>
      </p:sp>
      <p:sp>
        <p:nvSpPr>
          <p:cNvPr id="6" name="Textplatzhalter 5">
            <a:extLst>
              <a:ext uri="{FF2B5EF4-FFF2-40B4-BE49-F238E27FC236}">
                <a16:creationId xmlns:a16="http://schemas.microsoft.com/office/drawing/2014/main" id="{6C1DC5DE-A938-4B19-9529-EF9420C827CC}"/>
              </a:ext>
            </a:extLst>
          </p:cNvPr>
          <p:cNvSpPr>
            <a:spLocks noGrp="1"/>
          </p:cNvSpPr>
          <p:nvPr>
            <p:ph type="body" sz="quarter" idx="35"/>
          </p:nvPr>
        </p:nvSpPr>
        <p:spPr>
          <a:xfrm>
            <a:off x="496500" y="4530478"/>
            <a:ext cx="2589600" cy="360000"/>
          </a:xfrm>
        </p:spPr>
        <p:txBody>
          <a:bodyPr rtlCol="0"/>
          <a:lstStyle/>
          <a:p>
            <a:pPr rtl="0"/>
            <a:r>
              <a:rPr lang="de-DE" dirty="0"/>
              <a:t>Dann Einlagern</a:t>
            </a:r>
          </a:p>
          <a:p>
            <a:pPr rtl="0"/>
            <a:endParaRPr lang="de-DE" dirty="0"/>
          </a:p>
        </p:txBody>
      </p:sp>
      <p:sp>
        <p:nvSpPr>
          <p:cNvPr id="7" name="Textplatzhalter 6">
            <a:extLst>
              <a:ext uri="{FF2B5EF4-FFF2-40B4-BE49-F238E27FC236}">
                <a16:creationId xmlns:a16="http://schemas.microsoft.com/office/drawing/2014/main" id="{A21BDD33-CAD9-4927-AB65-90B332429452}"/>
              </a:ext>
            </a:extLst>
          </p:cNvPr>
          <p:cNvSpPr>
            <a:spLocks noGrp="1"/>
          </p:cNvSpPr>
          <p:nvPr>
            <p:ph type="body" sz="quarter" idx="36"/>
          </p:nvPr>
        </p:nvSpPr>
        <p:spPr>
          <a:xfrm>
            <a:off x="496500" y="4954195"/>
            <a:ext cx="2589600" cy="1124387"/>
          </a:xfrm>
        </p:spPr>
        <p:txBody>
          <a:bodyPr rtlCol="0">
            <a:normAutofit/>
          </a:bodyPr>
          <a:lstStyle/>
          <a:p>
            <a:pPr marL="171450" indent="-171450" algn="l" rtl="0">
              <a:buFont typeface="Arial" panose="020B0604020202020204" pitchFamily="34" charset="0"/>
              <a:buChar char="•"/>
            </a:pPr>
            <a:r>
              <a:rPr lang="de-DE" dirty="0"/>
              <a:t>Dänische </a:t>
            </a:r>
            <a:r>
              <a:rPr lang="de-DE" dirty="0" err="1"/>
              <a:t>Borhinsel</a:t>
            </a:r>
            <a:endParaRPr lang="de-DE" dirty="0"/>
          </a:p>
          <a:p>
            <a:pPr marL="171450" indent="-171450" algn="l" rtl="0">
              <a:buFont typeface="Arial" panose="020B0604020202020204" pitchFamily="34" charset="0"/>
              <a:buChar char="•"/>
            </a:pPr>
            <a:r>
              <a:rPr lang="de-DE" dirty="0"/>
              <a:t>Alte Bergwerkstollen</a:t>
            </a:r>
          </a:p>
          <a:p>
            <a:pPr marL="171450" indent="-171450" algn="l" rtl="0">
              <a:buFont typeface="Arial" panose="020B0604020202020204" pitchFamily="34" charset="0"/>
              <a:buChar char="•"/>
            </a:pPr>
            <a:r>
              <a:rPr lang="de-DE" dirty="0"/>
              <a:t>Negative Bilanz</a:t>
            </a:r>
          </a:p>
        </p:txBody>
      </p:sp>
      <p:sp>
        <p:nvSpPr>
          <p:cNvPr id="8" name="Textplatzhalter 7">
            <a:extLst>
              <a:ext uri="{FF2B5EF4-FFF2-40B4-BE49-F238E27FC236}">
                <a16:creationId xmlns:a16="http://schemas.microsoft.com/office/drawing/2014/main" id="{1733CDA7-336E-4E02-B96B-4F2DADBE084D}"/>
              </a:ext>
            </a:extLst>
          </p:cNvPr>
          <p:cNvSpPr>
            <a:spLocks noGrp="1"/>
          </p:cNvSpPr>
          <p:nvPr>
            <p:ph type="body" sz="quarter" idx="37"/>
          </p:nvPr>
        </p:nvSpPr>
        <p:spPr>
          <a:xfrm>
            <a:off x="9105900" y="2704606"/>
            <a:ext cx="2589600" cy="360000"/>
          </a:xfrm>
        </p:spPr>
        <p:txBody>
          <a:bodyPr rtlCol="0"/>
          <a:lstStyle/>
          <a:p>
            <a:pPr rtl="0"/>
            <a:r>
              <a:rPr lang="de-DE" dirty="0"/>
              <a:t>Oder Recyceln</a:t>
            </a:r>
          </a:p>
          <a:p>
            <a:pPr rtl="0"/>
            <a:endParaRPr lang="de-DE" dirty="0"/>
          </a:p>
        </p:txBody>
      </p:sp>
      <p:sp>
        <p:nvSpPr>
          <p:cNvPr id="9" name="Textplatzhalter 8">
            <a:extLst>
              <a:ext uri="{FF2B5EF4-FFF2-40B4-BE49-F238E27FC236}">
                <a16:creationId xmlns:a16="http://schemas.microsoft.com/office/drawing/2014/main" id="{1079947F-8167-49E5-9FB8-4518041AB66E}"/>
              </a:ext>
            </a:extLst>
          </p:cNvPr>
          <p:cNvSpPr>
            <a:spLocks noGrp="1"/>
          </p:cNvSpPr>
          <p:nvPr>
            <p:ph type="body" sz="quarter" idx="38"/>
          </p:nvPr>
        </p:nvSpPr>
        <p:spPr>
          <a:xfrm>
            <a:off x="9105900" y="3128323"/>
            <a:ext cx="2589600" cy="1278213"/>
          </a:xfrm>
        </p:spPr>
        <p:txBody>
          <a:bodyPr rtlCol="0">
            <a:normAutofit/>
          </a:bodyPr>
          <a:lstStyle/>
          <a:p>
            <a:pPr rtl="0"/>
            <a:r>
              <a:rPr lang="de-DE" dirty="0"/>
              <a:t> in Mineralwasser verpressen</a:t>
            </a:r>
          </a:p>
          <a:p>
            <a:pPr rtl="0"/>
            <a:r>
              <a:rPr lang="de-DE" dirty="0"/>
              <a:t>E-</a:t>
            </a:r>
            <a:r>
              <a:rPr lang="de-DE" dirty="0" err="1"/>
              <a:t>Fuels</a:t>
            </a:r>
            <a:r>
              <a:rPr lang="de-DE" dirty="0"/>
              <a:t> herstellen</a:t>
            </a:r>
          </a:p>
          <a:p>
            <a:pPr rtl="0"/>
            <a:r>
              <a:rPr lang="de-DE" dirty="0"/>
              <a:t>Keine weitere positive Bilanz</a:t>
            </a:r>
          </a:p>
        </p:txBody>
      </p:sp>
      <p:sp>
        <p:nvSpPr>
          <p:cNvPr id="10" name="Textplatzhalter 9">
            <a:extLst>
              <a:ext uri="{FF2B5EF4-FFF2-40B4-BE49-F238E27FC236}">
                <a16:creationId xmlns:a16="http://schemas.microsoft.com/office/drawing/2014/main" id="{B7BACDC5-1452-40B4-B2AA-2B4FB4BC0A18}"/>
              </a:ext>
            </a:extLst>
          </p:cNvPr>
          <p:cNvSpPr>
            <a:spLocks noGrp="1"/>
          </p:cNvSpPr>
          <p:nvPr>
            <p:ph type="body" sz="quarter" idx="39"/>
          </p:nvPr>
        </p:nvSpPr>
        <p:spPr>
          <a:xfrm>
            <a:off x="9105900" y="4530478"/>
            <a:ext cx="2589600" cy="360000"/>
          </a:xfrm>
        </p:spPr>
        <p:txBody>
          <a:bodyPr rtlCol="0"/>
          <a:lstStyle/>
          <a:p>
            <a:pPr rtl="0"/>
            <a:r>
              <a:rPr lang="de-DE" dirty="0"/>
              <a:t>Risiken</a:t>
            </a:r>
          </a:p>
          <a:p>
            <a:pPr rtl="0"/>
            <a:endParaRPr lang="de-DE" dirty="0"/>
          </a:p>
        </p:txBody>
      </p:sp>
      <p:sp>
        <p:nvSpPr>
          <p:cNvPr id="11" name="Textplatzhalter 10">
            <a:extLst>
              <a:ext uri="{FF2B5EF4-FFF2-40B4-BE49-F238E27FC236}">
                <a16:creationId xmlns:a16="http://schemas.microsoft.com/office/drawing/2014/main" id="{21D2ECED-459E-4CC1-93F2-57BBD079EF15}"/>
              </a:ext>
            </a:extLst>
          </p:cNvPr>
          <p:cNvSpPr>
            <a:spLocks noGrp="1"/>
          </p:cNvSpPr>
          <p:nvPr>
            <p:ph type="body" sz="quarter" idx="40"/>
          </p:nvPr>
        </p:nvSpPr>
        <p:spPr>
          <a:xfrm>
            <a:off x="9105900" y="4954195"/>
            <a:ext cx="2589600" cy="1174755"/>
          </a:xfrm>
        </p:spPr>
        <p:txBody>
          <a:bodyPr rtlCol="0">
            <a:normAutofit/>
          </a:bodyPr>
          <a:lstStyle/>
          <a:p>
            <a:pPr rtl="0"/>
            <a:r>
              <a:rPr lang="de-DE" dirty="0"/>
              <a:t>Entwickelt mit der Hilfe und dem Beitrag von Online-Einzelhandelsexperten auf dem Gebiet. </a:t>
            </a:r>
          </a:p>
        </p:txBody>
      </p:sp>
      <p:sp>
        <p:nvSpPr>
          <p:cNvPr id="14" name="Datumsplatzhalter 13">
            <a:extLst>
              <a:ext uri="{FF2B5EF4-FFF2-40B4-BE49-F238E27FC236}">
                <a16:creationId xmlns:a16="http://schemas.microsoft.com/office/drawing/2014/main" id="{1B579A59-48B3-4AD2-AD69-B82AA3F5EBBD}"/>
              </a:ext>
            </a:extLst>
          </p:cNvPr>
          <p:cNvSpPr>
            <a:spLocks noGrp="1"/>
          </p:cNvSpPr>
          <p:nvPr>
            <p:ph type="dt" sz="half" idx="10"/>
          </p:nvPr>
        </p:nvSpPr>
        <p:spPr>
          <a:xfrm>
            <a:off x="838200" y="6356350"/>
            <a:ext cx="2743200" cy="365125"/>
          </a:xfrm>
        </p:spPr>
        <p:txBody>
          <a:bodyPr rtlCol="0"/>
          <a:lstStyle/>
          <a:p>
            <a:pPr rtl="0"/>
            <a:r>
              <a:rPr lang="de-DE" dirty="0"/>
              <a:t>22.06.20XX</a:t>
            </a:r>
          </a:p>
        </p:txBody>
      </p:sp>
      <p:sp>
        <p:nvSpPr>
          <p:cNvPr id="15" name="Fußzeilenplatzhalter 14">
            <a:extLst>
              <a:ext uri="{FF2B5EF4-FFF2-40B4-BE49-F238E27FC236}">
                <a16:creationId xmlns:a16="http://schemas.microsoft.com/office/drawing/2014/main" id="{517CB065-12C9-4FDE-8F99-2A75CDC0F475}"/>
              </a:ext>
            </a:extLst>
          </p:cNvPr>
          <p:cNvSpPr>
            <a:spLocks noGrp="1"/>
          </p:cNvSpPr>
          <p:nvPr>
            <p:ph type="ftr" sz="quarter" idx="11"/>
          </p:nvPr>
        </p:nvSpPr>
        <p:spPr>
          <a:xfrm>
            <a:off x="4038600" y="6356350"/>
            <a:ext cx="4114800" cy="365125"/>
          </a:xfrm>
        </p:spPr>
        <p:txBody>
          <a:bodyPr rtlCol="0"/>
          <a:lstStyle/>
          <a:p>
            <a:pPr rtl="0"/>
            <a:r>
              <a:rPr lang="de-DE"/>
              <a:t>Verkaufspräsentation</a:t>
            </a:r>
          </a:p>
        </p:txBody>
      </p:sp>
      <p:sp>
        <p:nvSpPr>
          <p:cNvPr id="16" name="Foliennummernplatzhalter 15">
            <a:extLst>
              <a:ext uri="{FF2B5EF4-FFF2-40B4-BE49-F238E27FC236}">
                <a16:creationId xmlns:a16="http://schemas.microsoft.com/office/drawing/2014/main" id="{E547C99D-A54A-4305-AC4B-9D2B2EC9B234}"/>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de-DE" smtClean="0"/>
              <a:pPr rtl="0"/>
              <a:t>5</a:t>
            </a:fld>
            <a:endParaRPr lang="de-DE"/>
          </a:p>
        </p:txBody>
      </p:sp>
    </p:spTree>
    <p:extLst>
      <p:ext uri="{BB962C8B-B14F-4D97-AF65-F5344CB8AC3E}">
        <p14:creationId xmlns:p14="http://schemas.microsoft.com/office/powerpoint/2010/main" val="62791159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031FE9-9059-4FE8-B4AC-9771F23A1B89}"/>
              </a:ext>
            </a:extLst>
          </p:cNvPr>
          <p:cNvSpPr>
            <a:spLocks noGrp="1"/>
          </p:cNvSpPr>
          <p:nvPr>
            <p:ph type="title"/>
          </p:nvPr>
        </p:nvSpPr>
        <p:spPr/>
        <p:txBody>
          <a:bodyPr/>
          <a:lstStyle/>
          <a:p>
            <a:r>
              <a:rPr lang="de-DE" dirty="0"/>
              <a:t>Lösung</a:t>
            </a:r>
          </a:p>
        </p:txBody>
      </p:sp>
      <p:sp>
        <p:nvSpPr>
          <p:cNvPr id="62" name="Fußzeilenplatzhalter 61">
            <a:extLst>
              <a:ext uri="{FF2B5EF4-FFF2-40B4-BE49-F238E27FC236}">
                <a16:creationId xmlns:a16="http://schemas.microsoft.com/office/drawing/2014/main" id="{ACCBE4EF-6416-442B-BED0-AF70D1152DE9}"/>
              </a:ext>
            </a:extLst>
          </p:cNvPr>
          <p:cNvSpPr>
            <a:spLocks noGrp="1"/>
          </p:cNvSpPr>
          <p:nvPr>
            <p:ph type="ftr" sz="quarter" idx="10"/>
          </p:nvPr>
        </p:nvSpPr>
        <p:spPr/>
        <p:txBody>
          <a:bodyPr/>
          <a:lstStyle/>
          <a:p>
            <a:r>
              <a:rPr lang="de-DE" dirty="0"/>
              <a:t>Verkaufspräsentation</a:t>
            </a:r>
          </a:p>
        </p:txBody>
      </p:sp>
      <p:sp>
        <p:nvSpPr>
          <p:cNvPr id="63" name="Foliennummernplatzhalter 62">
            <a:extLst>
              <a:ext uri="{FF2B5EF4-FFF2-40B4-BE49-F238E27FC236}">
                <a16:creationId xmlns:a16="http://schemas.microsoft.com/office/drawing/2014/main" id="{7774D196-C2DA-43A5-9A5E-AF7D6BC1353B}"/>
              </a:ext>
            </a:extLst>
          </p:cNvPr>
          <p:cNvSpPr>
            <a:spLocks noGrp="1"/>
          </p:cNvSpPr>
          <p:nvPr>
            <p:ph type="sldNum" sz="quarter" idx="11"/>
          </p:nvPr>
        </p:nvSpPr>
        <p:spPr/>
        <p:txBody>
          <a:bodyPr/>
          <a:lstStyle/>
          <a:p>
            <a:fld id="{19B51A1E-902D-48AF-9020-955120F399B6}" type="slidenum">
              <a:rPr lang="de-DE" smtClean="0"/>
              <a:pPr/>
              <a:t>6</a:t>
            </a:fld>
            <a:endParaRPr lang="de-DE" dirty="0"/>
          </a:p>
        </p:txBody>
      </p:sp>
      <p:sp>
        <p:nvSpPr>
          <p:cNvPr id="4" name="Textplatzhalter 3">
            <a:extLst>
              <a:ext uri="{FF2B5EF4-FFF2-40B4-BE49-F238E27FC236}">
                <a16:creationId xmlns:a16="http://schemas.microsoft.com/office/drawing/2014/main" id="{940D39C8-B1F1-42EF-8CD9-3AD32F6D79AA}"/>
              </a:ext>
            </a:extLst>
          </p:cNvPr>
          <p:cNvSpPr>
            <a:spLocks noGrp="1"/>
          </p:cNvSpPr>
          <p:nvPr>
            <p:ph type="body" sz="quarter" idx="33"/>
          </p:nvPr>
        </p:nvSpPr>
        <p:spPr/>
        <p:txBody>
          <a:bodyPr>
            <a:normAutofit/>
          </a:bodyPr>
          <a:lstStyle/>
          <a:p>
            <a:r>
              <a:rPr lang="de-DE" dirty="0"/>
              <a:t>CDR</a:t>
            </a:r>
          </a:p>
        </p:txBody>
      </p:sp>
      <p:sp>
        <p:nvSpPr>
          <p:cNvPr id="5" name="Textplatzhalter 4">
            <a:extLst>
              <a:ext uri="{FF2B5EF4-FFF2-40B4-BE49-F238E27FC236}">
                <a16:creationId xmlns:a16="http://schemas.microsoft.com/office/drawing/2014/main" id="{6C32B264-86C5-4719-9D12-2C89B955D52E}"/>
              </a:ext>
            </a:extLst>
          </p:cNvPr>
          <p:cNvSpPr>
            <a:spLocks noGrp="1"/>
          </p:cNvSpPr>
          <p:nvPr>
            <p:ph type="body" sz="quarter" idx="34"/>
          </p:nvPr>
        </p:nvSpPr>
        <p:spPr/>
        <p:txBody>
          <a:bodyPr>
            <a:normAutofit/>
          </a:bodyPr>
          <a:lstStyle/>
          <a:p>
            <a:r>
              <a:rPr lang="de-DE" dirty="0" err="1"/>
              <a:t>Carbondioxid</a:t>
            </a:r>
            <a:r>
              <a:rPr lang="de-DE" dirty="0"/>
              <a:t> </a:t>
            </a:r>
            <a:r>
              <a:rPr lang="de-DE" dirty="0" err="1"/>
              <a:t>Removal</a:t>
            </a:r>
            <a:endParaRPr lang="de-DE" dirty="0"/>
          </a:p>
          <a:p>
            <a:r>
              <a:rPr lang="de-DE" dirty="0">
                <a:solidFill>
                  <a:srgbClr val="FF0000"/>
                </a:solidFill>
                <a:highlight>
                  <a:srgbClr val="FFFF00"/>
                </a:highlight>
              </a:rPr>
              <a:t>Noch ergänzen !!!</a:t>
            </a:r>
          </a:p>
          <a:p>
            <a:endParaRPr lang="de-DE" dirty="0"/>
          </a:p>
        </p:txBody>
      </p:sp>
      <p:sp>
        <p:nvSpPr>
          <p:cNvPr id="6" name="Textplatzhalter 5">
            <a:extLst>
              <a:ext uri="{FF2B5EF4-FFF2-40B4-BE49-F238E27FC236}">
                <a16:creationId xmlns:a16="http://schemas.microsoft.com/office/drawing/2014/main" id="{AEF729D8-8842-4E51-A541-DCAD67FB2EA9}"/>
              </a:ext>
            </a:extLst>
          </p:cNvPr>
          <p:cNvSpPr>
            <a:spLocks noGrp="1"/>
          </p:cNvSpPr>
          <p:nvPr>
            <p:ph type="body" sz="quarter" idx="35"/>
          </p:nvPr>
        </p:nvSpPr>
        <p:spPr/>
        <p:txBody>
          <a:bodyPr/>
          <a:lstStyle/>
          <a:p>
            <a:r>
              <a:rPr lang="de-DE" dirty="0"/>
              <a:t>SRM</a:t>
            </a:r>
          </a:p>
        </p:txBody>
      </p:sp>
      <p:sp>
        <p:nvSpPr>
          <p:cNvPr id="7" name="Textplatzhalter 6">
            <a:extLst>
              <a:ext uri="{FF2B5EF4-FFF2-40B4-BE49-F238E27FC236}">
                <a16:creationId xmlns:a16="http://schemas.microsoft.com/office/drawing/2014/main" id="{AD03D287-7C97-43BE-ABCA-D242D29C3BE1}"/>
              </a:ext>
            </a:extLst>
          </p:cNvPr>
          <p:cNvSpPr>
            <a:spLocks noGrp="1"/>
          </p:cNvSpPr>
          <p:nvPr>
            <p:ph type="body" sz="quarter" idx="36"/>
          </p:nvPr>
        </p:nvSpPr>
        <p:spPr/>
        <p:txBody>
          <a:bodyPr>
            <a:normAutofit fontScale="92500"/>
          </a:bodyPr>
          <a:lstStyle/>
          <a:p>
            <a:r>
              <a:rPr lang="de-DE" dirty="0"/>
              <a:t>Albedo senken</a:t>
            </a:r>
          </a:p>
          <a:p>
            <a:r>
              <a:rPr lang="de-DE" dirty="0"/>
              <a:t>Spiegel im All</a:t>
            </a:r>
          </a:p>
          <a:p>
            <a:r>
              <a:rPr lang="de-DE" dirty="0"/>
              <a:t>S in </a:t>
            </a:r>
            <a:r>
              <a:rPr lang="de-DE" dirty="0" err="1"/>
              <a:t>Straotsühäre</a:t>
            </a:r>
            <a:endParaRPr lang="de-DE" dirty="0"/>
          </a:p>
          <a:p>
            <a:r>
              <a:rPr lang="de-DE" dirty="0"/>
              <a:t>Solar Radiation Management</a:t>
            </a:r>
          </a:p>
          <a:p>
            <a:endParaRPr lang="de-DE" dirty="0"/>
          </a:p>
        </p:txBody>
      </p:sp>
      <p:pic>
        <p:nvPicPr>
          <p:cNvPr id="16" name="Inhaltsplatzhalter 15" descr="Klebepflaster Silhouette">
            <a:extLst>
              <a:ext uri="{FF2B5EF4-FFF2-40B4-BE49-F238E27FC236}">
                <a16:creationId xmlns:a16="http://schemas.microsoft.com/office/drawing/2014/main" id="{6FF24885-E9BF-4E11-B11D-D2826551BCF9}"/>
              </a:ext>
            </a:extLst>
          </p:cNvPr>
          <p:cNvPicPr>
            <a:picLocks noGrp="1" noChangeAspect="1"/>
          </p:cNvPicPr>
          <p:nvPr>
            <p:ph sz="quarter" idx="46"/>
          </p:nvPr>
        </p:nvPicPr>
        <p:blipFill>
          <a:blip r:embed="rId3">
            <a:extLst>
              <a:ext uri="{96DAC541-7B7A-43D3-8B79-37D633B846F1}">
                <asvg:svgBlip xmlns:asvg="http://schemas.microsoft.com/office/drawing/2016/SVG/main" r:embed="rId4"/>
              </a:ext>
            </a:extLst>
          </a:blip>
          <a:srcRect/>
          <a:stretch/>
        </p:blipFill>
        <p:spPr>
          <a:xfrm>
            <a:off x="1513681" y="2496344"/>
            <a:ext cx="914400" cy="914400"/>
          </a:xfrm>
        </p:spPr>
      </p:pic>
      <p:pic>
        <p:nvPicPr>
          <p:cNvPr id="18" name="Inhaltsplatzhalter 17" descr="Verliebte-Gesichtskontur mit einfarbiger Füllung">
            <a:extLst>
              <a:ext uri="{FF2B5EF4-FFF2-40B4-BE49-F238E27FC236}">
                <a16:creationId xmlns:a16="http://schemas.microsoft.com/office/drawing/2014/main" id="{4519A87B-B871-4979-BE2F-4ADBE8AA1B68}"/>
              </a:ext>
            </a:extLst>
          </p:cNvPr>
          <p:cNvPicPr>
            <a:picLocks noGrp="1" noChangeAspect="1"/>
          </p:cNvPicPr>
          <p:nvPr>
            <p:ph sz="quarter" idx="49"/>
          </p:nvPr>
        </p:nvPicPr>
        <p:blipFill>
          <a:blip r:embed="rId5">
            <a:extLst>
              <a:ext uri="{96DAC541-7B7A-43D3-8B79-37D633B846F1}">
                <asvg:svgBlip xmlns:asvg="http://schemas.microsoft.com/office/drawing/2016/SVG/main" r:embed="rId6"/>
              </a:ext>
            </a:extLst>
          </a:blip>
          <a:srcRect/>
          <a:stretch/>
        </p:blipFill>
        <p:spPr>
          <a:xfrm>
            <a:off x="4263231" y="2496344"/>
            <a:ext cx="914400" cy="914400"/>
          </a:xfrm>
        </p:spPr>
      </p:pic>
      <p:sp>
        <p:nvSpPr>
          <p:cNvPr id="64" name="Datumsplatzhalter 63">
            <a:extLst>
              <a:ext uri="{FF2B5EF4-FFF2-40B4-BE49-F238E27FC236}">
                <a16:creationId xmlns:a16="http://schemas.microsoft.com/office/drawing/2014/main" id="{45C56C15-04A6-4290-9763-A1362FE7E120}"/>
              </a:ext>
            </a:extLst>
          </p:cNvPr>
          <p:cNvSpPr>
            <a:spLocks noGrp="1"/>
          </p:cNvSpPr>
          <p:nvPr>
            <p:ph type="dt" sz="half" idx="2"/>
          </p:nvPr>
        </p:nvSpPr>
        <p:spPr/>
        <p:txBody>
          <a:bodyPr/>
          <a:lstStyle/>
          <a:p>
            <a:r>
              <a:rPr lang="de-DE" dirty="0"/>
              <a:t>22.06.20XX</a:t>
            </a:r>
          </a:p>
        </p:txBody>
      </p:sp>
    </p:spTree>
    <p:extLst>
      <p:ext uri="{BB962C8B-B14F-4D97-AF65-F5344CB8AC3E}">
        <p14:creationId xmlns:p14="http://schemas.microsoft.com/office/powerpoint/2010/main" val="15939208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2"/>
                                        </p:tgtEl>
                                        <p:attrNameLst>
                                          <p:attrName>style.color</p:attrName>
                                        </p:attrNameLst>
                                      </p:cBhvr>
                                      <p:by>
                                        <p:hsl h="7200000" s="0" l="0"/>
                                      </p:by>
                                    </p:animClr>
                                    <p:animClr clrSpc="hsl" dir="cw">
                                      <p:cBhvr>
                                        <p:cTn id="7" dur="500" fill="hold"/>
                                        <p:tgtEl>
                                          <p:spTgt spid="2"/>
                                        </p:tgtEl>
                                        <p:attrNameLst>
                                          <p:attrName>fillcolor</p:attrName>
                                        </p:attrNameLst>
                                      </p:cBhvr>
                                      <p:by>
                                        <p:hsl h="7200000" s="0" l="0"/>
                                      </p:by>
                                    </p:animClr>
                                    <p:animClr clrSpc="hsl" dir="cw">
                                      <p:cBhvr>
                                        <p:cTn id="8" dur="500" fill="hold"/>
                                        <p:tgtEl>
                                          <p:spTgt spid="2"/>
                                        </p:tgtEl>
                                        <p:attrNameLst>
                                          <p:attrName>stroke.color</p:attrName>
                                        </p:attrNameLst>
                                      </p:cBhvr>
                                      <p:by>
                                        <p:hsl h="7200000" s="0" l="0"/>
                                      </p:by>
                                    </p:animClr>
                                    <p:set>
                                      <p:cBhvr>
                                        <p:cTn id="9" dur="500" fill="hold"/>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500"/>
                                        <p:tgtEl>
                                          <p:spTgt spid="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xEl>
                                              <p:pRg st="3" end="3"/>
                                            </p:txEl>
                                          </p:spTgt>
                                        </p:tgtEl>
                                        <p:attrNameLst>
                                          <p:attrName>style.visibility</p:attrName>
                                        </p:attrNameLst>
                                      </p:cBhvr>
                                      <p:to>
                                        <p:strVal val="visible"/>
                                      </p:to>
                                    </p:set>
                                    <p:animEffect transition="in" filter="fade">
                                      <p:cBhvr>
                                        <p:cTn id="34" dur="500"/>
                                        <p:tgtEl>
                                          <p:spTgt spid="7">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animEffect transition="in" filter="fade">
                                      <p:cBhvr>
                                        <p:cTn id="39" dur="500"/>
                                        <p:tgtEl>
                                          <p:spTgt spid="7">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animEffect transition="in" filter="fade">
                                      <p:cBhvr>
                                        <p:cTn id="44" dur="500"/>
                                        <p:tgtEl>
                                          <p:spTgt spid="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
                                            <p:txEl>
                                              <p:pRg st="1" end="1"/>
                                            </p:txEl>
                                          </p:spTgt>
                                        </p:tgtEl>
                                        <p:attrNameLst>
                                          <p:attrName>style.visibility</p:attrName>
                                        </p:attrNameLst>
                                      </p:cBhvr>
                                      <p:to>
                                        <p:strVal val="visible"/>
                                      </p:to>
                                    </p:set>
                                    <p:animEffect transition="in" filter="fade">
                                      <p:cBhvr>
                                        <p:cTn id="49"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build="p"/>
      <p:bldP spid="6" grpId="0" build="p"/>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7E1C88-627C-4655-A4FB-0BB02EDB078A}"/>
              </a:ext>
            </a:extLst>
          </p:cNvPr>
          <p:cNvSpPr>
            <a:spLocks noGrp="1"/>
          </p:cNvSpPr>
          <p:nvPr>
            <p:ph type="title"/>
          </p:nvPr>
        </p:nvSpPr>
        <p:spPr>
          <a:xfrm>
            <a:off x="7035800" y="473869"/>
            <a:ext cx="4603750" cy="1226572"/>
          </a:xfrm>
        </p:spPr>
        <p:txBody>
          <a:bodyPr rtlCol="0">
            <a:normAutofit/>
          </a:bodyPr>
          <a:lstStyle/>
          <a:p>
            <a:pPr rtl="0"/>
            <a:r>
              <a:rPr lang="de-DE" dirty="0"/>
              <a:t>SRM</a:t>
            </a:r>
          </a:p>
        </p:txBody>
      </p:sp>
      <p:sp>
        <p:nvSpPr>
          <p:cNvPr id="5" name="Textplatzhalter 4">
            <a:extLst>
              <a:ext uri="{FF2B5EF4-FFF2-40B4-BE49-F238E27FC236}">
                <a16:creationId xmlns:a16="http://schemas.microsoft.com/office/drawing/2014/main" id="{024ED4EC-32F6-4539-AC4A-407303F28949}"/>
              </a:ext>
            </a:extLst>
          </p:cNvPr>
          <p:cNvSpPr>
            <a:spLocks noGrp="1"/>
          </p:cNvSpPr>
          <p:nvPr>
            <p:ph type="body" idx="15"/>
          </p:nvPr>
        </p:nvSpPr>
        <p:spPr>
          <a:xfrm>
            <a:off x="7117447" y="2468617"/>
            <a:ext cx="410028" cy="459639"/>
          </a:xfrm>
        </p:spPr>
        <p:txBody>
          <a:bodyPr rtlCol="0"/>
          <a:lstStyle/>
          <a:p>
            <a:pPr rtl="0"/>
            <a:r>
              <a:rPr lang="de-DE"/>
              <a:t>1.</a:t>
            </a:r>
            <a:endParaRPr lang="de-DE" dirty="0"/>
          </a:p>
        </p:txBody>
      </p:sp>
      <p:sp>
        <p:nvSpPr>
          <p:cNvPr id="3" name="Inhaltsplatzhalter 2">
            <a:extLst>
              <a:ext uri="{FF2B5EF4-FFF2-40B4-BE49-F238E27FC236}">
                <a16:creationId xmlns:a16="http://schemas.microsoft.com/office/drawing/2014/main" id="{033634FE-ADF0-4BC3-A0A9-447EA9DD096B}"/>
              </a:ext>
            </a:extLst>
          </p:cNvPr>
          <p:cNvSpPr>
            <a:spLocks noGrp="1"/>
          </p:cNvSpPr>
          <p:nvPr>
            <p:ph type="body" idx="1"/>
          </p:nvPr>
        </p:nvSpPr>
        <p:spPr>
          <a:xfrm>
            <a:off x="7445828" y="2469745"/>
            <a:ext cx="3888921" cy="1309775"/>
          </a:xfrm>
        </p:spPr>
        <p:txBody>
          <a:bodyPr vert="horz" lIns="91440" tIns="45720" rIns="91440" bIns="45720" rtlCol="0" anchor="t">
            <a:normAutofit/>
          </a:bodyPr>
          <a:lstStyle/>
          <a:p>
            <a:pPr rtl="0"/>
            <a:r>
              <a:rPr lang="de-DE" dirty="0"/>
              <a:t>Albedo: Straßen und Dächer weiß streichen bringt kaum etwas; nur 1% der Erdoberfläche ist bebaut; würde auch komisch aussehen; Fiktion von künstlichen Wolken; Erträge von Solaranlagen wären futsch und vielleicht unwetterartiger Regen</a:t>
            </a:r>
          </a:p>
          <a:p>
            <a:pPr rtl="0"/>
            <a:endParaRPr lang="de-DE" dirty="0"/>
          </a:p>
        </p:txBody>
      </p:sp>
      <p:sp>
        <p:nvSpPr>
          <p:cNvPr id="10" name="Textplatzhalter 9">
            <a:extLst>
              <a:ext uri="{FF2B5EF4-FFF2-40B4-BE49-F238E27FC236}">
                <a16:creationId xmlns:a16="http://schemas.microsoft.com/office/drawing/2014/main" id="{311C192E-BFE3-4D62-9501-33A59424B9D4}"/>
              </a:ext>
            </a:extLst>
          </p:cNvPr>
          <p:cNvSpPr>
            <a:spLocks noGrp="1"/>
          </p:cNvSpPr>
          <p:nvPr>
            <p:ph type="body" idx="20"/>
          </p:nvPr>
        </p:nvSpPr>
        <p:spPr>
          <a:xfrm>
            <a:off x="7117447" y="3808800"/>
            <a:ext cx="410028" cy="459639"/>
          </a:xfrm>
        </p:spPr>
        <p:txBody>
          <a:bodyPr rtlCol="0"/>
          <a:lstStyle/>
          <a:p>
            <a:pPr rtl="0"/>
            <a:r>
              <a:rPr lang="de-DE"/>
              <a:t>2.</a:t>
            </a:r>
            <a:endParaRPr lang="de-DE" dirty="0"/>
          </a:p>
        </p:txBody>
      </p:sp>
      <p:sp>
        <p:nvSpPr>
          <p:cNvPr id="6" name="Textplatzhalter 5">
            <a:extLst>
              <a:ext uri="{FF2B5EF4-FFF2-40B4-BE49-F238E27FC236}">
                <a16:creationId xmlns:a16="http://schemas.microsoft.com/office/drawing/2014/main" id="{3307366F-A386-45E8-A6BC-717285364386}"/>
              </a:ext>
            </a:extLst>
          </p:cNvPr>
          <p:cNvSpPr>
            <a:spLocks noGrp="1"/>
          </p:cNvSpPr>
          <p:nvPr>
            <p:ph type="body" idx="16"/>
          </p:nvPr>
        </p:nvSpPr>
        <p:spPr>
          <a:xfrm>
            <a:off x="7445828" y="3808800"/>
            <a:ext cx="2908663" cy="1059291"/>
          </a:xfrm>
        </p:spPr>
        <p:txBody>
          <a:bodyPr rtlCol="0">
            <a:normAutofit/>
          </a:bodyPr>
          <a:lstStyle/>
          <a:p>
            <a:pPr rtl="0"/>
            <a:r>
              <a:rPr lang="de-DE" noProof="1">
                <a:solidFill>
                  <a:schemeClr val="accent5">
                    <a:lumMod val="75000"/>
                  </a:schemeClr>
                </a:solidFill>
              </a:rPr>
              <a:t>Schwefel in 10.000 km Höhe ausbringen; 25 747 pro Tag; Suarer Regen wie in den 80‘ern, hängt aber von Mengen ab. Effekt ist schwer abschätzbar</a:t>
            </a:r>
          </a:p>
          <a:p>
            <a:pPr rtl="0"/>
            <a:endParaRPr lang="de-DE" dirty="0"/>
          </a:p>
        </p:txBody>
      </p:sp>
      <p:sp>
        <p:nvSpPr>
          <p:cNvPr id="11" name="Textplatzhalter 10">
            <a:extLst>
              <a:ext uri="{FF2B5EF4-FFF2-40B4-BE49-F238E27FC236}">
                <a16:creationId xmlns:a16="http://schemas.microsoft.com/office/drawing/2014/main" id="{9901C0F9-76A5-4F0E-A60F-B285BFF15C5C}"/>
              </a:ext>
            </a:extLst>
          </p:cNvPr>
          <p:cNvSpPr>
            <a:spLocks noGrp="1"/>
          </p:cNvSpPr>
          <p:nvPr>
            <p:ph type="body" idx="21"/>
          </p:nvPr>
        </p:nvSpPr>
        <p:spPr>
          <a:xfrm>
            <a:off x="7117447" y="5101562"/>
            <a:ext cx="410028" cy="459639"/>
          </a:xfrm>
        </p:spPr>
        <p:txBody>
          <a:bodyPr rtlCol="0"/>
          <a:lstStyle/>
          <a:p>
            <a:pPr rtl="0"/>
            <a:r>
              <a:rPr lang="de-DE"/>
              <a:t>3.</a:t>
            </a:r>
            <a:endParaRPr lang="de-DE" dirty="0"/>
          </a:p>
        </p:txBody>
      </p:sp>
      <p:sp>
        <p:nvSpPr>
          <p:cNvPr id="8" name="Textplatzhalter 7">
            <a:extLst>
              <a:ext uri="{FF2B5EF4-FFF2-40B4-BE49-F238E27FC236}">
                <a16:creationId xmlns:a16="http://schemas.microsoft.com/office/drawing/2014/main" id="{990DA149-7863-4E7C-957C-3D5E1610A1FD}"/>
              </a:ext>
            </a:extLst>
          </p:cNvPr>
          <p:cNvSpPr>
            <a:spLocks noGrp="1"/>
          </p:cNvSpPr>
          <p:nvPr>
            <p:ph type="body" idx="18"/>
          </p:nvPr>
        </p:nvSpPr>
        <p:spPr>
          <a:xfrm>
            <a:off x="7445828" y="5101562"/>
            <a:ext cx="3888921" cy="725701"/>
          </a:xfrm>
        </p:spPr>
        <p:txBody>
          <a:bodyPr rtlCol="0">
            <a:normAutofit/>
          </a:bodyPr>
          <a:lstStyle/>
          <a:p>
            <a:pPr rtl="0"/>
            <a:r>
              <a:rPr lang="de-DE" sz="1600" b="1" noProof="1">
                <a:latin typeface="Abadi" panose="020B0604020104020204" pitchFamily="34" charset="0"/>
              </a:rPr>
              <a:t>Science Fiktion; Spiegel ins All; Lagrane-Punkt in 1,5 Millionen km Entfernung</a:t>
            </a:r>
          </a:p>
        </p:txBody>
      </p:sp>
      <p:sp>
        <p:nvSpPr>
          <p:cNvPr id="46" name="Datumsplatzhalter 45">
            <a:extLst>
              <a:ext uri="{FF2B5EF4-FFF2-40B4-BE49-F238E27FC236}">
                <a16:creationId xmlns:a16="http://schemas.microsoft.com/office/drawing/2014/main" id="{50471321-957D-458F-B4F6-2FA5666554D0}"/>
              </a:ext>
            </a:extLst>
          </p:cNvPr>
          <p:cNvSpPr>
            <a:spLocks noGrp="1"/>
          </p:cNvSpPr>
          <p:nvPr>
            <p:ph type="dt" sz="half" idx="10"/>
          </p:nvPr>
        </p:nvSpPr>
        <p:spPr>
          <a:xfrm>
            <a:off x="838200" y="6356350"/>
            <a:ext cx="2743200" cy="365125"/>
          </a:xfrm>
        </p:spPr>
        <p:txBody>
          <a:bodyPr rtlCol="0"/>
          <a:lstStyle/>
          <a:p>
            <a:pPr rtl="0"/>
            <a:r>
              <a:rPr lang="de-DE" dirty="0"/>
              <a:t>22.06.20XX</a:t>
            </a:r>
          </a:p>
        </p:txBody>
      </p:sp>
      <p:sp>
        <p:nvSpPr>
          <p:cNvPr id="47" name="Fußzeilenplatzhalter 46">
            <a:extLst>
              <a:ext uri="{FF2B5EF4-FFF2-40B4-BE49-F238E27FC236}">
                <a16:creationId xmlns:a16="http://schemas.microsoft.com/office/drawing/2014/main" id="{A5CB8E0F-30DF-4192-AB40-029D65AA659E}"/>
              </a:ext>
            </a:extLst>
          </p:cNvPr>
          <p:cNvSpPr>
            <a:spLocks noGrp="1"/>
          </p:cNvSpPr>
          <p:nvPr>
            <p:ph type="ftr" sz="quarter" idx="11"/>
          </p:nvPr>
        </p:nvSpPr>
        <p:spPr>
          <a:xfrm>
            <a:off x="7035799" y="6356350"/>
            <a:ext cx="2772229" cy="365125"/>
          </a:xfrm>
        </p:spPr>
        <p:txBody>
          <a:bodyPr rtlCol="0"/>
          <a:lstStyle/>
          <a:p>
            <a:pPr rtl="0"/>
            <a:r>
              <a:rPr lang="de-DE" dirty="0"/>
              <a:t>Mein Vortrag</a:t>
            </a:r>
          </a:p>
        </p:txBody>
      </p:sp>
      <p:sp>
        <p:nvSpPr>
          <p:cNvPr id="48" name="Foliennummernplatzhalter 47">
            <a:extLst>
              <a:ext uri="{FF2B5EF4-FFF2-40B4-BE49-F238E27FC236}">
                <a16:creationId xmlns:a16="http://schemas.microsoft.com/office/drawing/2014/main" id="{4542EF84-4B0A-4795-A38E-331B003AC348}"/>
              </a:ext>
            </a:extLst>
          </p:cNvPr>
          <p:cNvSpPr>
            <a:spLocks noGrp="1"/>
          </p:cNvSpPr>
          <p:nvPr>
            <p:ph type="sldNum" sz="quarter" idx="12"/>
          </p:nvPr>
        </p:nvSpPr>
        <p:spPr>
          <a:xfrm>
            <a:off x="10036628" y="6356350"/>
            <a:ext cx="1317171" cy="365125"/>
          </a:xfrm>
        </p:spPr>
        <p:txBody>
          <a:bodyPr rtlCol="0"/>
          <a:lstStyle/>
          <a:p>
            <a:pPr rtl="0"/>
            <a:fld id="{B5CEABB6-07DC-46E8-9B57-56EC44A396E5}" type="slidenum">
              <a:rPr lang="de-DE" smtClean="0"/>
              <a:pPr rtl="0"/>
              <a:t>7</a:t>
            </a:fld>
            <a:endParaRPr lang="de-DE" dirty="0"/>
          </a:p>
        </p:txBody>
      </p:sp>
      <p:pic>
        <p:nvPicPr>
          <p:cNvPr id="12" name="Grafik 11">
            <a:extLst>
              <a:ext uri="{FF2B5EF4-FFF2-40B4-BE49-F238E27FC236}">
                <a16:creationId xmlns:a16="http://schemas.microsoft.com/office/drawing/2014/main" id="{792C6B76-DF43-27CE-2023-55150F4070AB}"/>
              </a:ext>
            </a:extLst>
          </p:cNvPr>
          <p:cNvPicPr>
            <a:picLocks noChangeAspect="1"/>
          </p:cNvPicPr>
          <p:nvPr/>
        </p:nvPicPr>
        <p:blipFill>
          <a:blip r:embed="rId3"/>
          <a:stretch>
            <a:fillRect/>
          </a:stretch>
        </p:blipFill>
        <p:spPr>
          <a:xfrm>
            <a:off x="0" y="0"/>
            <a:ext cx="6666261" cy="6858000"/>
          </a:xfrm>
          <a:prstGeom prst="rect">
            <a:avLst/>
          </a:prstGeom>
        </p:spPr>
      </p:pic>
    </p:spTree>
    <p:extLst>
      <p:ext uri="{BB962C8B-B14F-4D97-AF65-F5344CB8AC3E}">
        <p14:creationId xmlns:p14="http://schemas.microsoft.com/office/powerpoint/2010/main" val="134637220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p:cTn id="12"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grpId="0"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fade">
                                      <p:cBhvr>
                                        <p:cTn id="20" dur="2000"/>
                                        <p:tgtEl>
                                          <p:spTgt spid="8">
                                            <p:txEl>
                                              <p:pRg st="0" end="0"/>
                                            </p:txEl>
                                          </p:spTgt>
                                        </p:tgtEl>
                                      </p:cBhvr>
                                    </p:animEffect>
                                    <p:anim calcmode="lin" valueType="num">
                                      <p:cBhvr>
                                        <p:cTn id="21" dur="2000" fill="hold"/>
                                        <p:tgtEl>
                                          <p:spTgt spid="8">
                                            <p:txEl>
                                              <p:pRg st="0" end="0"/>
                                            </p:txEl>
                                          </p:spTgt>
                                        </p:tgtEl>
                                        <p:attrNameLst>
                                          <p:attrName>ppt_w</p:attrName>
                                        </p:attrNameLst>
                                      </p:cBhvr>
                                      <p:tavLst>
                                        <p:tav tm="0" fmla="#ppt_w*sin(2.5*pi*$)">
                                          <p:val>
                                            <p:fltVal val="0"/>
                                          </p:val>
                                        </p:tav>
                                        <p:tav tm="100000">
                                          <p:val>
                                            <p:fltVal val="1"/>
                                          </p:val>
                                        </p:tav>
                                      </p:tavLst>
                                    </p:anim>
                                    <p:anim calcmode="lin" valueType="num">
                                      <p:cBhvr>
                                        <p:cTn id="22" dur="2000" fill="hold"/>
                                        <p:tgtEl>
                                          <p:spTgt spid="8">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P spid="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F0D213CD-B4FA-F370-D52E-AEFA068A4CF5}"/>
              </a:ext>
            </a:extLst>
          </p:cNvPr>
          <p:cNvSpPr txBox="1">
            <a:spLocks/>
          </p:cNvSpPr>
          <p:nvPr/>
        </p:nvSpPr>
        <p:spPr>
          <a:xfrm>
            <a:off x="838200" y="365125"/>
            <a:ext cx="10515600" cy="1325563"/>
          </a:xfrm>
          <a:prstGeom prst="rect">
            <a:avLst/>
          </a:prstGeom>
          <a:solidFill>
            <a:schemeClr val="bg1"/>
          </a:solidFill>
        </p:spPr>
        <p:txBody>
          <a:bodyPr vert="horz" lIns="91440" tIns="45720" rIns="91440" bIns="45720" rtlCol="0" anchor="b">
            <a:noAutofit/>
          </a:bodyPr>
          <a:lstStyle>
            <a:lvl1pPr algn="l" defTabSz="914400" rtl="0" eaLnBrk="1" latinLnBrk="0" hangingPunct="1">
              <a:lnSpc>
                <a:spcPct val="90000"/>
              </a:lnSpc>
              <a:spcBef>
                <a:spcPct val="0"/>
              </a:spcBef>
              <a:buNone/>
              <a:defRPr sz="6600" kern="1200">
                <a:solidFill>
                  <a:schemeClr val="accent1"/>
                </a:solidFill>
                <a:latin typeface="+mj-lt"/>
                <a:ea typeface="+mj-ea"/>
                <a:cs typeface="+mj-cs"/>
              </a:defRPr>
            </a:lvl1pPr>
          </a:lstStyle>
          <a:p>
            <a:r>
              <a:rPr lang="de-DE" dirty="0">
                <a:solidFill>
                  <a:srgbClr val="7030A0"/>
                </a:solidFill>
              </a:rPr>
              <a:t>Meine Meinung !</a:t>
            </a:r>
          </a:p>
        </p:txBody>
      </p:sp>
    </p:spTree>
    <p:extLst>
      <p:ext uri="{BB962C8B-B14F-4D97-AF65-F5344CB8AC3E}">
        <p14:creationId xmlns:p14="http://schemas.microsoft.com/office/powerpoint/2010/main" val="707789176"/>
      </p:ext>
    </p:extLst>
  </p:cSld>
  <p:clrMapOvr>
    <a:masterClrMapping/>
  </p:clrMapOvr>
  <p:transition spd="slow">
    <p:comb/>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A6F7BB-30A8-4980-AD4A-2FB0B53FA6C9}"/>
              </a:ext>
            </a:extLst>
          </p:cNvPr>
          <p:cNvSpPr>
            <a:spLocks noGrp="1"/>
          </p:cNvSpPr>
          <p:nvPr>
            <p:ph type="title"/>
          </p:nvPr>
        </p:nvSpPr>
        <p:spPr>
          <a:xfrm>
            <a:off x="838200" y="4007165"/>
            <a:ext cx="10515600" cy="1662115"/>
          </a:xfrm>
        </p:spPr>
        <p:txBody>
          <a:bodyPr rtlCol="0">
            <a:normAutofit/>
          </a:bodyPr>
          <a:lstStyle/>
          <a:p>
            <a:pPr rtl="0"/>
            <a:r>
              <a:rPr lang="de-DE" dirty="0"/>
              <a:t>Vielen lieben Dank für Euer Zuhören und Eure Aufmerksamkeit</a:t>
            </a:r>
          </a:p>
        </p:txBody>
      </p:sp>
      <p:sp>
        <p:nvSpPr>
          <p:cNvPr id="38" name="Textfeld 37">
            <a:extLst>
              <a:ext uri="{FF2B5EF4-FFF2-40B4-BE49-F238E27FC236}">
                <a16:creationId xmlns:a16="http://schemas.microsoft.com/office/drawing/2014/main" id="{57095D6F-C3C4-27DF-A9D3-F691350E57DD}"/>
              </a:ext>
            </a:extLst>
          </p:cNvPr>
          <p:cNvSpPr txBox="1"/>
          <p:nvPr/>
        </p:nvSpPr>
        <p:spPr>
          <a:xfrm>
            <a:off x="3178629" y="6148252"/>
            <a:ext cx="8766829" cy="400110"/>
          </a:xfrm>
          <a:prstGeom prst="rect">
            <a:avLst/>
          </a:prstGeom>
          <a:noFill/>
        </p:spPr>
        <p:txBody>
          <a:bodyPr wrap="square" rtlCol="0">
            <a:spAutoFit/>
          </a:bodyPr>
          <a:lstStyle/>
          <a:p>
            <a:r>
              <a:rPr lang="de-DE" sz="2000" dirty="0"/>
              <a:t>Ich danke meinem Bruder für seine tatkräftige Unterstützung und Beratung</a:t>
            </a:r>
          </a:p>
        </p:txBody>
      </p:sp>
    </p:spTree>
    <p:extLst>
      <p:ext uri="{BB962C8B-B14F-4D97-AF65-F5344CB8AC3E}">
        <p14:creationId xmlns:p14="http://schemas.microsoft.com/office/powerpoint/2010/main" val="3477453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5360300-9312-9870-9125-9BC4AB8E7D2E}"/>
              </a:ext>
            </a:extLst>
          </p:cNvPr>
          <p:cNvSpPr/>
          <p:nvPr/>
        </p:nvSpPr>
        <p:spPr>
          <a:xfrm>
            <a:off x="-76200" y="-104775"/>
            <a:ext cx="12392025" cy="714375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098394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8A35BD8-9F16-90BB-D3B5-3D5412F75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357188"/>
            <a:ext cx="8334375" cy="614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9945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ndefined">
            <a:extLst>
              <a:ext uri="{FF2B5EF4-FFF2-40B4-BE49-F238E27FC236}">
                <a16:creationId xmlns:a16="http://schemas.microsoft.com/office/drawing/2014/main" id="{473D4FDA-3167-1A78-B0F4-6E36B7F7F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268" y="1039781"/>
            <a:ext cx="7248221" cy="5594482"/>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27EC4731-69AE-F320-E356-A5FA13E82949}"/>
              </a:ext>
            </a:extLst>
          </p:cNvPr>
          <p:cNvSpPr txBox="1"/>
          <p:nvPr/>
        </p:nvSpPr>
        <p:spPr>
          <a:xfrm>
            <a:off x="8268511" y="1031132"/>
            <a:ext cx="3437714" cy="3693319"/>
          </a:xfrm>
          <a:prstGeom prst="rect">
            <a:avLst/>
          </a:prstGeom>
          <a:noFill/>
        </p:spPr>
        <p:txBody>
          <a:bodyPr wrap="square" rtlCol="0">
            <a:spAutoFit/>
          </a:bodyPr>
          <a:lstStyle/>
          <a:p>
            <a:r>
              <a:rPr lang="de-DE" b="0" i="0" dirty="0">
                <a:effectLst/>
                <a:latin typeface="Arial" panose="020B0604020202020204" pitchFamily="34" charset="0"/>
              </a:rPr>
              <a:t>Diagramm des Kohlenstoffkreislaufs: Die schwarzen Zahlen zeigen an, wie viele </a:t>
            </a:r>
            <a:r>
              <a:rPr lang="de-DE" b="0" i="0" strike="noStrike" dirty="0">
                <a:effectLst/>
                <a:latin typeface="Arial" panose="020B0604020202020204" pitchFamily="34" charset="0"/>
              </a:rPr>
              <a:t>Milliarden</a:t>
            </a:r>
            <a:r>
              <a:rPr lang="de-DE" b="0" i="0" dirty="0">
                <a:effectLst/>
                <a:latin typeface="Arial" panose="020B0604020202020204" pitchFamily="34" charset="0"/>
              </a:rPr>
              <a:t> Tonnen oder </a:t>
            </a:r>
            <a:r>
              <a:rPr lang="de-DE" b="0" i="0" strike="noStrike" dirty="0">
                <a:effectLst/>
                <a:latin typeface="Arial" panose="020B0604020202020204" pitchFamily="34" charset="0"/>
              </a:rPr>
              <a:t>Gigatonnen</a:t>
            </a:r>
            <a:r>
              <a:rPr lang="de-DE" b="0" i="0" dirty="0">
                <a:effectLst/>
                <a:latin typeface="Arial" panose="020B0604020202020204" pitchFamily="34" charset="0"/>
              </a:rPr>
              <a:t> Kohlenstoff (</a:t>
            </a:r>
            <a:r>
              <a:rPr lang="de-DE" b="0" i="0" dirty="0" err="1">
                <a:effectLst/>
                <a:latin typeface="Arial" panose="020B0604020202020204" pitchFamily="34" charset="0"/>
              </a:rPr>
              <a:t>Gt</a:t>
            </a:r>
            <a:r>
              <a:rPr lang="de-DE" b="0" i="0" dirty="0">
                <a:effectLst/>
                <a:latin typeface="Arial" panose="020B0604020202020204" pitchFamily="34" charset="0"/>
              </a:rPr>
              <a:t> C) in den verschiedenen Kohlenstoffspeichern vorhanden sind; die violetten Zahlen geben an, wie viel Kohlenstoff zwischen den einzelnen Speichern pro Jahr (</a:t>
            </a:r>
            <a:r>
              <a:rPr lang="de-DE" b="0" i="0" dirty="0" err="1">
                <a:effectLst/>
                <a:latin typeface="Arial" panose="020B0604020202020204" pitchFamily="34" charset="0"/>
              </a:rPr>
              <a:t>Gt</a:t>
            </a:r>
            <a:r>
              <a:rPr lang="de-DE" b="0" i="0" dirty="0">
                <a:effectLst/>
                <a:latin typeface="Arial" panose="020B0604020202020204" pitchFamily="34" charset="0"/>
              </a:rPr>
              <a:t>/a C) ausgetauscht wird. Stand: ca. 2008</a:t>
            </a:r>
            <a:endParaRPr lang="de-DE" dirty="0"/>
          </a:p>
        </p:txBody>
      </p:sp>
    </p:spTree>
    <p:extLst>
      <p:ext uri="{BB962C8B-B14F-4D97-AF65-F5344CB8AC3E}">
        <p14:creationId xmlns:p14="http://schemas.microsoft.com/office/powerpoint/2010/main" val="4268797754"/>
      </p:ext>
    </p:extLst>
  </p:cSld>
  <p:clrMapOvr>
    <a:masterClrMapping/>
  </p:clrMapOvr>
</p:sld>
</file>

<file path=ppt/theme/theme1.xml><?xml version="1.0" encoding="utf-8"?>
<a:theme xmlns:a="http://schemas.openxmlformats.org/drawingml/2006/main" name="Office-Design">
  <a:themeElements>
    <a:clrScheme name="Custom 175">
      <a:dk1>
        <a:sysClr val="windowText" lastClr="000000"/>
      </a:dk1>
      <a:lt1>
        <a:sysClr val="window" lastClr="FFFFFF"/>
      </a:lt1>
      <a:dk2>
        <a:srgbClr val="44546A"/>
      </a:dk2>
      <a:lt2>
        <a:srgbClr val="E7E6E6"/>
      </a:lt2>
      <a:accent1>
        <a:srgbClr val="EFEAE4"/>
      </a:accent1>
      <a:accent2>
        <a:srgbClr val="7C6B62"/>
      </a:accent2>
      <a:accent3>
        <a:srgbClr val="5D4C41"/>
      </a:accent3>
      <a:accent4>
        <a:srgbClr val="AA6256"/>
      </a:accent4>
      <a:accent5>
        <a:srgbClr val="ACC6D8"/>
      </a:accent5>
      <a:accent6>
        <a:srgbClr val="CBA863"/>
      </a:accent6>
      <a:hlink>
        <a:srgbClr val="0563C1"/>
      </a:hlink>
      <a:folHlink>
        <a:srgbClr val="954F72"/>
      </a:folHlink>
    </a:clrScheme>
    <a:fontScheme name="Custom 59">
      <a:majorFont>
        <a:latin typeface="Bodoni MT"/>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8846744_TF33850888_Win32" id="{C458FC6E-812B-4990-9E72-86A875ECAD58}" vid="{DB50363C-2D87-460D-B639-EC66F818D1EE}"/>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F3EECA-3A4D-4005-BFAD-C4D5A471E2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B071DB-81D7-454C-B973-21A172F54F1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7FB0D94B-5A32-4AAB-B55C-DC457E4CE0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Verkaufspräsentation für den Einzelhandel</Template>
  <TotalTime>0</TotalTime>
  <Words>449</Words>
  <Application>Microsoft Office PowerPoint</Application>
  <PresentationFormat>Breitbild</PresentationFormat>
  <Paragraphs>72</Paragraphs>
  <Slides>12</Slides>
  <Notes>9</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12</vt:i4>
      </vt:variant>
    </vt:vector>
  </HeadingPairs>
  <TitlesOfParts>
    <vt:vector size="20" baseType="lpstr">
      <vt:lpstr>Abadi</vt:lpstr>
      <vt:lpstr>Agency FB</vt:lpstr>
      <vt:lpstr>Aharoni</vt:lpstr>
      <vt:lpstr>Arial</vt:lpstr>
      <vt:lpstr>Bodoni MT</vt:lpstr>
      <vt:lpstr>Calibri</vt:lpstr>
      <vt:lpstr>Seaford</vt:lpstr>
      <vt:lpstr>Office-Design</vt:lpstr>
      <vt:lpstr>CDR &amp; SRM</vt:lpstr>
      <vt:lpstr>Das erwartet Euch:</vt:lpstr>
      <vt:lpstr>Problem</vt:lpstr>
      <vt:lpstr>Gutes und schlechtes KOOhlenstoffdioxid</vt:lpstr>
      <vt:lpstr>Carbondioxid Removle</vt:lpstr>
      <vt:lpstr>Lösung</vt:lpstr>
      <vt:lpstr>SRM</vt:lpstr>
      <vt:lpstr>PowerPoint-Präsentation</vt:lpstr>
      <vt:lpstr>Vielen lieben Dank für Euer Zuhören und Eure Aufmerksamkeit</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CDR &amp; SRM</dc:title>
  <dc:creator>C Unger</dc:creator>
  <cp:lastModifiedBy>C Unger</cp:lastModifiedBy>
  <cp:revision>5</cp:revision>
  <dcterms:created xsi:type="dcterms:W3CDTF">2023-04-01T12:27:29Z</dcterms:created>
  <dcterms:modified xsi:type="dcterms:W3CDTF">2023-04-05T09:12:21Z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